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93" r:id="rId3"/>
    <p:sldId id="302" r:id="rId4"/>
    <p:sldId id="305" r:id="rId5"/>
    <p:sldId id="304" r:id="rId6"/>
    <p:sldId id="291" r:id="rId7"/>
    <p:sldId id="296" r:id="rId8"/>
    <p:sldId id="292" r:id="rId9"/>
    <p:sldId id="303" r:id="rId10"/>
    <p:sldId id="295" r:id="rId11"/>
    <p:sldId id="301" r:id="rId12"/>
    <p:sldId id="306" r:id="rId13"/>
    <p:sldId id="279" r:id="rId14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EF914BDE-5E3A-4CCA-A8F7-81977B75E553}">
          <p14:sldIdLst>
            <p14:sldId id="256"/>
            <p14:sldId id="293"/>
            <p14:sldId id="302"/>
            <p14:sldId id="305"/>
            <p14:sldId id="304"/>
            <p14:sldId id="291"/>
            <p14:sldId id="296"/>
            <p14:sldId id="292"/>
            <p14:sldId id="303"/>
            <p14:sldId id="295"/>
            <p14:sldId id="301"/>
            <p14:sldId id="306"/>
            <p14:sldId id="27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0" roundtripDataSignature="AMtx7mjl9Oz6lcbhcsy5HtCdpbNIE6PO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012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F487624-8F5B-4068-B088-2D51FF8EB30D}" v="66" dt="2025-11-20T13:48:34.85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3310" autoAdjust="0"/>
  </p:normalViewPr>
  <p:slideViewPr>
    <p:cSldViewPr snapToGrid="0">
      <p:cViewPr varScale="1">
        <p:scale>
          <a:sx n="95" d="100"/>
          <a:sy n="95" d="100"/>
        </p:scale>
        <p:origin x="460" y="6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30" Type="http://customschemas.google.com/relationships/presentationmetadata" Target="metadata"/><Relationship Id="rId35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ennatallah Mohamed Hosni Abdelaziz" userId="dbe45e1c-9b91-4840-b637-4511ed509bfa" providerId="ADAL" clId="{66FBF693-4032-4FF9-8A53-1A9A6497CA00}"/>
    <pc:docChg chg="undo custSel addSld modSld sldOrd modSection">
      <pc:chgData name="Mennatallah Mohamed Hosni Abdelaziz" userId="dbe45e1c-9b91-4840-b637-4511ed509bfa" providerId="ADAL" clId="{66FBF693-4032-4FF9-8A53-1A9A6497CA00}" dt="2025-11-20T13:55:22.208" v="3942" actId="207"/>
      <pc:docMkLst>
        <pc:docMk/>
      </pc:docMkLst>
      <pc:sldChg chg="addSp modSp mod">
        <pc:chgData name="Mennatallah Mohamed Hosni Abdelaziz" userId="dbe45e1c-9b91-4840-b637-4511ed509bfa" providerId="ADAL" clId="{66FBF693-4032-4FF9-8A53-1A9A6497CA00}" dt="2025-11-18T21:28:02.323" v="54" actId="14100"/>
        <pc:sldMkLst>
          <pc:docMk/>
          <pc:sldMk cId="0" sldId="256"/>
        </pc:sldMkLst>
        <pc:spChg chg="add mod">
          <ac:chgData name="Mennatallah Mohamed Hosni Abdelaziz" userId="dbe45e1c-9b91-4840-b637-4511ed509bfa" providerId="ADAL" clId="{66FBF693-4032-4FF9-8A53-1A9A6497CA00}" dt="2025-11-18T21:27:54.696" v="53" actId="1076"/>
          <ac:spMkLst>
            <pc:docMk/>
            <pc:sldMk cId="0" sldId="256"/>
            <ac:spMk id="2" creationId="{75594ED8-4626-C5D2-6FC1-67BC0391FD6D}"/>
          </ac:spMkLst>
        </pc:spChg>
        <pc:spChg chg="add mod">
          <ac:chgData name="Mennatallah Mohamed Hosni Abdelaziz" userId="dbe45e1c-9b91-4840-b637-4511ed509bfa" providerId="ADAL" clId="{66FBF693-4032-4FF9-8A53-1A9A6497CA00}" dt="2025-11-18T21:27:34.171" v="50" actId="1076"/>
          <ac:spMkLst>
            <pc:docMk/>
            <pc:sldMk cId="0" sldId="256"/>
            <ac:spMk id="3" creationId="{C10E15D6-26E7-4B76-6073-DD29EAED131F}"/>
          </ac:spMkLst>
        </pc:spChg>
        <pc:spChg chg="add mod">
          <ac:chgData name="Mennatallah Mohamed Hosni Abdelaziz" userId="dbe45e1c-9b91-4840-b637-4511ed509bfa" providerId="ADAL" clId="{66FBF693-4032-4FF9-8A53-1A9A6497CA00}" dt="2025-11-18T21:28:02.323" v="54" actId="14100"/>
          <ac:spMkLst>
            <pc:docMk/>
            <pc:sldMk cId="0" sldId="256"/>
            <ac:spMk id="4" creationId="{33644F26-83D5-320A-EFF2-187D262D3527}"/>
          </ac:spMkLst>
        </pc:spChg>
      </pc:sldChg>
      <pc:sldChg chg="addSp delSp modSp mod">
        <pc:chgData name="Mennatallah Mohamed Hosni Abdelaziz" userId="dbe45e1c-9b91-4840-b637-4511ed509bfa" providerId="ADAL" clId="{66FBF693-4032-4FF9-8A53-1A9A6497CA00}" dt="2025-11-20T11:57:50.713" v="1428" actId="1076"/>
        <pc:sldMkLst>
          <pc:docMk/>
          <pc:sldMk cId="4181048172" sldId="291"/>
        </pc:sldMkLst>
        <pc:spChg chg="add mod">
          <ac:chgData name="Mennatallah Mohamed Hosni Abdelaziz" userId="dbe45e1c-9b91-4840-b637-4511ed509bfa" providerId="ADAL" clId="{66FBF693-4032-4FF9-8A53-1A9A6497CA00}" dt="2025-11-18T21:31:03.371" v="86" actId="1076"/>
          <ac:spMkLst>
            <pc:docMk/>
            <pc:sldMk cId="4181048172" sldId="291"/>
            <ac:spMk id="4" creationId="{3C0F7CB2-1BB0-3327-1373-077F0773C098}"/>
          </ac:spMkLst>
        </pc:spChg>
        <pc:picChg chg="add del mod">
          <ac:chgData name="Mennatallah Mohamed Hosni Abdelaziz" userId="dbe45e1c-9b91-4840-b637-4511ed509bfa" providerId="ADAL" clId="{66FBF693-4032-4FF9-8A53-1A9A6497CA00}" dt="2025-11-20T11:57:10.491" v="1416" actId="478"/>
          <ac:picMkLst>
            <pc:docMk/>
            <pc:sldMk cId="4181048172" sldId="291"/>
            <ac:picMk id="3" creationId="{9558C3DD-E476-49E9-362C-98A6D82FECFB}"/>
          </ac:picMkLst>
        </pc:picChg>
        <pc:picChg chg="add mod">
          <ac:chgData name="Mennatallah Mohamed Hosni Abdelaziz" userId="dbe45e1c-9b91-4840-b637-4511ed509bfa" providerId="ADAL" clId="{66FBF693-4032-4FF9-8A53-1A9A6497CA00}" dt="2025-11-20T11:57:50.713" v="1428" actId="1076"/>
          <ac:picMkLst>
            <pc:docMk/>
            <pc:sldMk cId="4181048172" sldId="291"/>
            <ac:picMk id="5" creationId="{AC38D7E2-7A6B-C0A7-97C0-F6114EBB5F71}"/>
          </ac:picMkLst>
        </pc:picChg>
      </pc:sldChg>
      <pc:sldChg chg="addSp delSp modSp new mod">
        <pc:chgData name="Mennatallah Mohamed Hosni Abdelaziz" userId="dbe45e1c-9b91-4840-b637-4511ed509bfa" providerId="ADAL" clId="{66FBF693-4032-4FF9-8A53-1A9A6497CA00}" dt="2025-11-20T13:02:23.321" v="2561" actId="1582"/>
        <pc:sldMkLst>
          <pc:docMk/>
          <pc:sldMk cId="1850200826" sldId="292"/>
        </pc:sldMkLst>
        <pc:spChg chg="add mod">
          <ac:chgData name="Mennatallah Mohamed Hosni Abdelaziz" userId="dbe45e1c-9b91-4840-b637-4511ed509bfa" providerId="ADAL" clId="{66FBF693-4032-4FF9-8A53-1A9A6497CA00}" dt="2025-11-20T12:57:41.454" v="2474" actId="1076"/>
          <ac:spMkLst>
            <pc:docMk/>
            <pc:sldMk cId="1850200826" sldId="292"/>
            <ac:spMk id="2" creationId="{8A51D081-E2A6-139D-CE11-DE74E1867762}"/>
          </ac:spMkLst>
        </pc:spChg>
        <pc:spChg chg="add mod">
          <ac:chgData name="Mennatallah Mohamed Hosni Abdelaziz" userId="dbe45e1c-9b91-4840-b637-4511ed509bfa" providerId="ADAL" clId="{66FBF693-4032-4FF9-8A53-1A9A6497CA00}" dt="2025-11-18T21:33:59.987" v="137" actId="1076"/>
          <ac:spMkLst>
            <pc:docMk/>
            <pc:sldMk cId="1850200826" sldId="292"/>
            <ac:spMk id="4" creationId="{0E6FC211-66E5-A122-35C1-7A5454017642}"/>
          </ac:spMkLst>
        </pc:spChg>
        <pc:spChg chg="add mod">
          <ac:chgData name="Mennatallah Mohamed Hosni Abdelaziz" userId="dbe45e1c-9b91-4840-b637-4511ed509bfa" providerId="ADAL" clId="{66FBF693-4032-4FF9-8A53-1A9A6497CA00}" dt="2025-11-20T12:05:47.802" v="1785" actId="1076"/>
          <ac:spMkLst>
            <pc:docMk/>
            <pc:sldMk cId="1850200826" sldId="292"/>
            <ac:spMk id="7" creationId="{CF07633F-C181-002D-434B-ABDC1F561BEC}"/>
          </ac:spMkLst>
        </pc:spChg>
        <pc:spChg chg="add mod">
          <ac:chgData name="Mennatallah Mohamed Hosni Abdelaziz" userId="dbe45e1c-9b91-4840-b637-4511ed509bfa" providerId="ADAL" clId="{66FBF693-4032-4FF9-8A53-1A9A6497CA00}" dt="2025-11-20T12:57:17.991" v="2469" actId="1076"/>
          <ac:spMkLst>
            <pc:docMk/>
            <pc:sldMk cId="1850200826" sldId="292"/>
            <ac:spMk id="8" creationId="{137F6B36-E562-4C66-2162-05372BF09664}"/>
          </ac:spMkLst>
        </pc:spChg>
        <pc:spChg chg="add mod">
          <ac:chgData name="Mennatallah Mohamed Hosni Abdelaziz" userId="dbe45e1c-9b91-4840-b637-4511ed509bfa" providerId="ADAL" clId="{66FBF693-4032-4FF9-8A53-1A9A6497CA00}" dt="2025-11-20T12:08:17.315" v="1843" actId="1076"/>
          <ac:spMkLst>
            <pc:docMk/>
            <pc:sldMk cId="1850200826" sldId="292"/>
            <ac:spMk id="17" creationId="{FFED8F22-F142-9FEF-EA04-07F8C7AF7277}"/>
          </ac:spMkLst>
        </pc:spChg>
        <pc:picChg chg="add del mod">
          <ac:chgData name="Mennatallah Mohamed Hosni Abdelaziz" userId="dbe45e1c-9b91-4840-b637-4511ed509bfa" providerId="ADAL" clId="{66FBF693-4032-4FF9-8A53-1A9A6497CA00}" dt="2025-11-20T12:52:05.872" v="2401" actId="478"/>
          <ac:picMkLst>
            <pc:docMk/>
            <pc:sldMk cId="1850200826" sldId="292"/>
            <ac:picMk id="6" creationId="{1EF0D0F0-B89E-C49D-B4A3-E044CEA4400B}"/>
          </ac:picMkLst>
        </pc:picChg>
        <pc:picChg chg="add del mod ord">
          <ac:chgData name="Mennatallah Mohamed Hosni Abdelaziz" userId="dbe45e1c-9b91-4840-b637-4511ed509bfa" providerId="ADAL" clId="{66FBF693-4032-4FF9-8A53-1A9A6497CA00}" dt="2025-11-20T12:55:15.652" v="2454" actId="478"/>
          <ac:picMkLst>
            <pc:docMk/>
            <pc:sldMk cId="1850200826" sldId="292"/>
            <ac:picMk id="19" creationId="{973D6CCE-2252-E625-4059-E25A2B7BC4DE}"/>
          </ac:picMkLst>
        </pc:picChg>
        <pc:picChg chg="add mod ord">
          <ac:chgData name="Mennatallah Mohamed Hosni Abdelaziz" userId="dbe45e1c-9b91-4840-b637-4511ed509bfa" providerId="ADAL" clId="{66FBF693-4032-4FF9-8A53-1A9A6497CA00}" dt="2025-11-20T12:57:02.636" v="2464" actId="167"/>
          <ac:picMkLst>
            <pc:docMk/>
            <pc:sldMk cId="1850200826" sldId="292"/>
            <ac:picMk id="23" creationId="{E1F13F6E-4344-3E86-7EFB-4B9258D5A4DC}"/>
          </ac:picMkLst>
        </pc:picChg>
        <pc:cxnChg chg="add mod">
          <ac:chgData name="Mennatallah Mohamed Hosni Abdelaziz" userId="dbe45e1c-9b91-4840-b637-4511ed509bfa" providerId="ADAL" clId="{66FBF693-4032-4FF9-8A53-1A9A6497CA00}" dt="2025-11-20T13:02:23.321" v="2561" actId="1582"/>
          <ac:cxnSpMkLst>
            <pc:docMk/>
            <pc:sldMk cId="1850200826" sldId="292"/>
            <ac:cxnSpMk id="5" creationId="{54285CE7-7DE5-3F6A-C71A-21DCD8D3CC46}"/>
          </ac:cxnSpMkLst>
        </pc:cxnChg>
        <pc:cxnChg chg="add del mod">
          <ac:chgData name="Mennatallah Mohamed Hosni Abdelaziz" userId="dbe45e1c-9b91-4840-b637-4511ed509bfa" providerId="ADAL" clId="{66FBF693-4032-4FF9-8A53-1A9A6497CA00}" dt="2025-11-20T12:07:12.978" v="1794" actId="478"/>
          <ac:cxnSpMkLst>
            <pc:docMk/>
            <pc:sldMk cId="1850200826" sldId="292"/>
            <ac:cxnSpMk id="12" creationId="{C312F646-7E2A-6A61-46AC-92E1769D45F2}"/>
          </ac:cxnSpMkLst>
        </pc:cxnChg>
        <pc:cxnChg chg="add mod">
          <ac:chgData name="Mennatallah Mohamed Hosni Abdelaziz" userId="dbe45e1c-9b91-4840-b637-4511ed509bfa" providerId="ADAL" clId="{66FBF693-4032-4FF9-8A53-1A9A6497CA00}" dt="2025-11-20T13:02:16.214" v="2560" actId="1582"/>
          <ac:cxnSpMkLst>
            <pc:docMk/>
            <pc:sldMk cId="1850200826" sldId="292"/>
            <ac:cxnSpMk id="15" creationId="{571F45B6-DC42-CCD5-A0CC-308837CD5377}"/>
          </ac:cxnSpMkLst>
        </pc:cxnChg>
      </pc:sldChg>
      <pc:sldChg chg="addSp modSp new mod ord">
        <pc:chgData name="Mennatallah Mohamed Hosni Abdelaziz" userId="dbe45e1c-9b91-4840-b637-4511ed509bfa" providerId="ADAL" clId="{66FBF693-4032-4FF9-8A53-1A9A6497CA00}" dt="2025-11-18T21:45:11.297" v="429" actId="115"/>
        <pc:sldMkLst>
          <pc:docMk/>
          <pc:sldMk cId="1669324854" sldId="293"/>
        </pc:sldMkLst>
        <pc:spChg chg="add mod">
          <ac:chgData name="Mennatallah Mohamed Hosni Abdelaziz" userId="dbe45e1c-9b91-4840-b637-4511ed509bfa" providerId="ADAL" clId="{66FBF693-4032-4FF9-8A53-1A9A6497CA00}" dt="2025-11-18T21:35:56.392" v="205" actId="14100"/>
          <ac:spMkLst>
            <pc:docMk/>
            <pc:sldMk cId="1669324854" sldId="293"/>
            <ac:spMk id="2" creationId="{A385CEE9-23DE-C3A9-B4A2-62D42E64BF1F}"/>
          </ac:spMkLst>
        </pc:spChg>
        <pc:spChg chg="add mod">
          <ac:chgData name="Mennatallah Mohamed Hosni Abdelaziz" userId="dbe45e1c-9b91-4840-b637-4511ed509bfa" providerId="ADAL" clId="{66FBF693-4032-4FF9-8A53-1A9A6497CA00}" dt="2025-11-18T21:45:11.297" v="429" actId="115"/>
          <ac:spMkLst>
            <pc:docMk/>
            <pc:sldMk cId="1669324854" sldId="293"/>
            <ac:spMk id="3" creationId="{F2727C3F-BD01-C3FA-5373-EDE8D77FC329}"/>
          </ac:spMkLst>
        </pc:spChg>
      </pc:sldChg>
      <pc:sldChg chg="addSp modSp new mod">
        <pc:chgData name="Mennatallah Mohamed Hosni Abdelaziz" userId="dbe45e1c-9b91-4840-b637-4511ed509bfa" providerId="ADAL" clId="{66FBF693-4032-4FF9-8A53-1A9A6497CA00}" dt="2025-11-19T05:29:05.326" v="551" actId="113"/>
        <pc:sldMkLst>
          <pc:docMk/>
          <pc:sldMk cId="3412664726" sldId="294"/>
        </pc:sldMkLst>
        <pc:spChg chg="add mod">
          <ac:chgData name="Mennatallah Mohamed Hosni Abdelaziz" userId="dbe45e1c-9b91-4840-b637-4511ed509bfa" providerId="ADAL" clId="{66FBF693-4032-4FF9-8A53-1A9A6497CA00}" dt="2025-11-19T05:22:16.705" v="464" actId="20577"/>
          <ac:spMkLst>
            <pc:docMk/>
            <pc:sldMk cId="3412664726" sldId="294"/>
            <ac:spMk id="2" creationId="{349891EA-50AF-BF17-9E4D-312BE532B470}"/>
          </ac:spMkLst>
        </pc:spChg>
        <pc:spChg chg="add mod">
          <ac:chgData name="Mennatallah Mohamed Hosni Abdelaziz" userId="dbe45e1c-9b91-4840-b637-4511ed509bfa" providerId="ADAL" clId="{66FBF693-4032-4FF9-8A53-1A9A6497CA00}" dt="2025-11-19T05:28:41.849" v="518" actId="1076"/>
          <ac:spMkLst>
            <pc:docMk/>
            <pc:sldMk cId="3412664726" sldId="294"/>
            <ac:spMk id="7" creationId="{1F70BD5F-E18B-BF40-146C-33C7C510456B}"/>
          </ac:spMkLst>
        </pc:spChg>
        <pc:spChg chg="add mod">
          <ac:chgData name="Mennatallah Mohamed Hosni Abdelaziz" userId="dbe45e1c-9b91-4840-b637-4511ed509bfa" providerId="ADAL" clId="{66FBF693-4032-4FF9-8A53-1A9A6497CA00}" dt="2025-11-19T05:29:05.326" v="551" actId="113"/>
          <ac:spMkLst>
            <pc:docMk/>
            <pc:sldMk cId="3412664726" sldId="294"/>
            <ac:spMk id="8" creationId="{34B609A3-3BCC-083D-06FE-8F67B7A20197}"/>
          </ac:spMkLst>
        </pc:spChg>
        <pc:picChg chg="add mod">
          <ac:chgData name="Mennatallah Mohamed Hosni Abdelaziz" userId="dbe45e1c-9b91-4840-b637-4511ed509bfa" providerId="ADAL" clId="{66FBF693-4032-4FF9-8A53-1A9A6497CA00}" dt="2025-11-19T05:27:48.948" v="484" actId="1076"/>
          <ac:picMkLst>
            <pc:docMk/>
            <pc:sldMk cId="3412664726" sldId="294"/>
            <ac:picMk id="4" creationId="{C86C3268-00BA-DE9C-2D77-1F2CCB9862AB}"/>
          </ac:picMkLst>
        </pc:picChg>
        <pc:picChg chg="add mod">
          <ac:chgData name="Mennatallah Mohamed Hosni Abdelaziz" userId="dbe45e1c-9b91-4840-b637-4511ed509bfa" providerId="ADAL" clId="{66FBF693-4032-4FF9-8A53-1A9A6497CA00}" dt="2025-11-19T05:28:05.845" v="489" actId="14100"/>
          <ac:picMkLst>
            <pc:docMk/>
            <pc:sldMk cId="3412664726" sldId="294"/>
            <ac:picMk id="6" creationId="{619C4AB1-49D3-9E86-A2B0-9FF8C95804A2}"/>
          </ac:picMkLst>
        </pc:picChg>
      </pc:sldChg>
      <pc:sldChg chg="addSp modSp new mod">
        <pc:chgData name="Mennatallah Mohamed Hosni Abdelaziz" userId="dbe45e1c-9b91-4840-b637-4511ed509bfa" providerId="ADAL" clId="{66FBF693-4032-4FF9-8A53-1A9A6497CA00}" dt="2025-11-18T21:44:52.727" v="428" actId="20577"/>
        <pc:sldMkLst>
          <pc:docMk/>
          <pc:sldMk cId="898677302" sldId="295"/>
        </pc:sldMkLst>
        <pc:spChg chg="add mod">
          <ac:chgData name="Mennatallah Mohamed Hosni Abdelaziz" userId="dbe45e1c-9b91-4840-b637-4511ed509bfa" providerId="ADAL" clId="{66FBF693-4032-4FF9-8A53-1A9A6497CA00}" dt="2025-11-18T21:44:52.727" v="428" actId="20577"/>
          <ac:spMkLst>
            <pc:docMk/>
            <pc:sldMk cId="898677302" sldId="295"/>
            <ac:spMk id="4" creationId="{96E92AB1-C324-A868-35DF-E277DA838D5C}"/>
          </ac:spMkLst>
        </pc:spChg>
        <pc:picChg chg="add mod">
          <ac:chgData name="Mennatallah Mohamed Hosni Abdelaziz" userId="dbe45e1c-9b91-4840-b637-4511ed509bfa" providerId="ADAL" clId="{66FBF693-4032-4FF9-8A53-1A9A6497CA00}" dt="2025-11-18T21:44:47.669" v="426" actId="14100"/>
          <ac:picMkLst>
            <pc:docMk/>
            <pc:sldMk cId="898677302" sldId="295"/>
            <ac:picMk id="3" creationId="{074C5C81-5832-CD90-8C72-39BD75BF2666}"/>
          </ac:picMkLst>
        </pc:picChg>
      </pc:sldChg>
      <pc:sldChg chg="addSp delSp modSp new mod ord">
        <pc:chgData name="Mennatallah Mohamed Hosni Abdelaziz" userId="dbe45e1c-9b91-4840-b637-4511ed509bfa" providerId="ADAL" clId="{66FBF693-4032-4FF9-8A53-1A9A6497CA00}" dt="2025-11-20T13:31:04.138" v="3590" actId="113"/>
        <pc:sldMkLst>
          <pc:docMk/>
          <pc:sldMk cId="1820746660" sldId="296"/>
        </pc:sldMkLst>
        <pc:spChg chg="add mod">
          <ac:chgData name="Mennatallah Mohamed Hosni Abdelaziz" userId="dbe45e1c-9b91-4840-b637-4511ed509bfa" providerId="ADAL" clId="{66FBF693-4032-4FF9-8A53-1A9A6497CA00}" dt="2025-11-20T13:12:39.705" v="2899" actId="1076"/>
          <ac:spMkLst>
            <pc:docMk/>
            <pc:sldMk cId="1820746660" sldId="296"/>
            <ac:spMk id="2" creationId="{DCE6C1D8-E50F-03F5-3934-BAA79205EFDB}"/>
          </ac:spMkLst>
        </pc:spChg>
        <pc:spChg chg="add mod">
          <ac:chgData name="Mennatallah Mohamed Hosni Abdelaziz" userId="dbe45e1c-9b91-4840-b637-4511ed509bfa" providerId="ADAL" clId="{66FBF693-4032-4FF9-8A53-1A9A6497CA00}" dt="2025-11-18T21:40:50.580" v="341" actId="1076"/>
          <ac:spMkLst>
            <pc:docMk/>
            <pc:sldMk cId="1820746660" sldId="296"/>
            <ac:spMk id="4" creationId="{BBFC9CB0-5300-7172-9CCE-2F40FBE86320}"/>
          </ac:spMkLst>
        </pc:spChg>
        <pc:spChg chg="add mod">
          <ac:chgData name="Mennatallah Mohamed Hosni Abdelaziz" userId="dbe45e1c-9b91-4840-b637-4511ed509bfa" providerId="ADAL" clId="{66FBF693-4032-4FF9-8A53-1A9A6497CA00}" dt="2025-11-20T13:31:04.138" v="3590" actId="113"/>
          <ac:spMkLst>
            <pc:docMk/>
            <pc:sldMk cId="1820746660" sldId="296"/>
            <ac:spMk id="10" creationId="{4A8C9048-0FD4-0177-6851-53F9137BA75F}"/>
          </ac:spMkLst>
        </pc:spChg>
        <pc:picChg chg="add del mod">
          <ac:chgData name="Mennatallah Mohamed Hosni Abdelaziz" userId="dbe45e1c-9b91-4840-b637-4511ed509bfa" providerId="ADAL" clId="{66FBF693-4032-4FF9-8A53-1A9A6497CA00}" dt="2025-11-20T13:12:05.591" v="2890" actId="478"/>
          <ac:picMkLst>
            <pc:docMk/>
            <pc:sldMk cId="1820746660" sldId="296"/>
            <ac:picMk id="3" creationId="{90EBA104-2F7D-EAE9-02D4-6281404B49BC}"/>
          </ac:picMkLst>
        </pc:picChg>
        <pc:picChg chg="add mod ord">
          <ac:chgData name="Mennatallah Mohamed Hosni Abdelaziz" userId="dbe45e1c-9b91-4840-b637-4511ed509bfa" providerId="ADAL" clId="{66FBF693-4032-4FF9-8A53-1A9A6497CA00}" dt="2025-11-20T13:12:34.399" v="2898" actId="1076"/>
          <ac:picMkLst>
            <pc:docMk/>
            <pc:sldMk cId="1820746660" sldId="296"/>
            <ac:picMk id="12" creationId="{DDCA639C-B185-4334-D0BD-DCEF2B9B31E0}"/>
          </ac:picMkLst>
        </pc:picChg>
        <pc:cxnChg chg="add mod">
          <ac:chgData name="Mennatallah Mohamed Hosni Abdelaziz" userId="dbe45e1c-9b91-4840-b637-4511ed509bfa" providerId="ADAL" clId="{66FBF693-4032-4FF9-8A53-1A9A6497CA00}" dt="2025-11-20T12:00:11.650" v="1446" actId="14100"/>
          <ac:cxnSpMkLst>
            <pc:docMk/>
            <pc:sldMk cId="1820746660" sldId="296"/>
            <ac:cxnSpMk id="6" creationId="{9F067D6D-5FA9-1DB4-293B-63663530A430}"/>
          </ac:cxnSpMkLst>
        </pc:cxnChg>
      </pc:sldChg>
      <pc:sldChg chg="addSp delSp modSp new mod">
        <pc:chgData name="Mennatallah Mohamed Hosni Abdelaziz" userId="dbe45e1c-9b91-4840-b637-4511ed509bfa" providerId="ADAL" clId="{66FBF693-4032-4FF9-8A53-1A9A6497CA00}" dt="2025-11-19T05:43:37.234" v="786"/>
        <pc:sldMkLst>
          <pc:docMk/>
          <pc:sldMk cId="4086034902" sldId="297"/>
        </pc:sldMkLst>
        <pc:spChg chg="add mod">
          <ac:chgData name="Mennatallah Mohamed Hosni Abdelaziz" userId="dbe45e1c-9b91-4840-b637-4511ed509bfa" providerId="ADAL" clId="{66FBF693-4032-4FF9-8A53-1A9A6497CA00}" dt="2025-11-19T05:35:42.878" v="754" actId="1076"/>
          <ac:spMkLst>
            <pc:docMk/>
            <pc:sldMk cId="4086034902" sldId="297"/>
            <ac:spMk id="8" creationId="{818638C6-431A-6E8B-4322-47500652CA89}"/>
          </ac:spMkLst>
        </pc:spChg>
        <pc:spChg chg="add mod">
          <ac:chgData name="Mennatallah Mohamed Hosni Abdelaziz" userId="dbe45e1c-9b91-4840-b637-4511ed509bfa" providerId="ADAL" clId="{66FBF693-4032-4FF9-8A53-1A9A6497CA00}" dt="2025-11-19T05:36:01.135" v="775" actId="1076"/>
          <ac:spMkLst>
            <pc:docMk/>
            <pc:sldMk cId="4086034902" sldId="297"/>
            <ac:spMk id="9" creationId="{91388C8B-08E7-CE2B-CB66-4C7CE633A0AF}"/>
          </ac:spMkLst>
        </pc:spChg>
        <pc:spChg chg="add mod">
          <ac:chgData name="Mennatallah Mohamed Hosni Abdelaziz" userId="dbe45e1c-9b91-4840-b637-4511ed509bfa" providerId="ADAL" clId="{66FBF693-4032-4FF9-8A53-1A9A6497CA00}" dt="2025-11-19T05:43:37.234" v="786"/>
          <ac:spMkLst>
            <pc:docMk/>
            <pc:sldMk cId="4086034902" sldId="297"/>
            <ac:spMk id="10" creationId="{3807BD2D-1EEE-77AA-C200-5B0150351740}"/>
          </ac:spMkLst>
        </pc:spChg>
        <pc:picChg chg="add del mod">
          <ac:chgData name="Mennatallah Mohamed Hosni Abdelaziz" userId="dbe45e1c-9b91-4840-b637-4511ed509bfa" providerId="ADAL" clId="{66FBF693-4032-4FF9-8A53-1A9A6497CA00}" dt="2025-11-19T05:33:49.736" v="714" actId="478"/>
          <ac:picMkLst>
            <pc:docMk/>
            <pc:sldMk cId="4086034902" sldId="297"/>
            <ac:picMk id="3" creationId="{3AA31647-CA83-DA03-AEA5-D3BBFA1615FA}"/>
          </ac:picMkLst>
        </pc:picChg>
        <pc:picChg chg="add mod">
          <ac:chgData name="Mennatallah Mohamed Hosni Abdelaziz" userId="dbe45e1c-9b91-4840-b637-4511ed509bfa" providerId="ADAL" clId="{66FBF693-4032-4FF9-8A53-1A9A6497CA00}" dt="2025-11-19T05:34:22.186" v="719" actId="1076"/>
          <ac:picMkLst>
            <pc:docMk/>
            <pc:sldMk cId="4086034902" sldId="297"/>
            <ac:picMk id="5" creationId="{B7F3C574-FB38-3D3C-E135-92B447FC7032}"/>
          </ac:picMkLst>
        </pc:picChg>
        <pc:picChg chg="add mod">
          <ac:chgData name="Mennatallah Mohamed Hosni Abdelaziz" userId="dbe45e1c-9b91-4840-b637-4511ed509bfa" providerId="ADAL" clId="{66FBF693-4032-4FF9-8A53-1A9A6497CA00}" dt="2025-11-19T05:35:13.862" v="727" actId="14100"/>
          <ac:picMkLst>
            <pc:docMk/>
            <pc:sldMk cId="4086034902" sldId="297"/>
            <ac:picMk id="7" creationId="{2F1CD61D-CB93-89D6-FC9B-DEFC6FCA5991}"/>
          </ac:picMkLst>
        </pc:picChg>
      </pc:sldChg>
      <pc:sldChg chg="addSp modSp new mod">
        <pc:chgData name="Mennatallah Mohamed Hosni Abdelaziz" userId="dbe45e1c-9b91-4840-b637-4511ed509bfa" providerId="ADAL" clId="{66FBF693-4032-4FF9-8A53-1A9A6497CA00}" dt="2025-11-19T05:43:32.680" v="785"/>
        <pc:sldMkLst>
          <pc:docMk/>
          <pc:sldMk cId="3984398755" sldId="298"/>
        </pc:sldMkLst>
        <pc:spChg chg="add mod">
          <ac:chgData name="Mennatallah Mohamed Hosni Abdelaziz" userId="dbe45e1c-9b91-4840-b637-4511ed509bfa" providerId="ADAL" clId="{66FBF693-4032-4FF9-8A53-1A9A6497CA00}" dt="2025-11-19T05:33:30.752" v="710" actId="1076"/>
          <ac:spMkLst>
            <pc:docMk/>
            <pc:sldMk cId="3984398755" sldId="298"/>
            <ac:spMk id="6" creationId="{D03B53A0-4D76-2691-BAFE-68C7FAB2B001}"/>
          </ac:spMkLst>
        </pc:spChg>
        <pc:spChg chg="add mod">
          <ac:chgData name="Mennatallah Mohamed Hosni Abdelaziz" userId="dbe45e1c-9b91-4840-b637-4511ed509bfa" providerId="ADAL" clId="{66FBF693-4032-4FF9-8A53-1A9A6497CA00}" dt="2025-11-19T05:33:22.938" v="707" actId="113"/>
          <ac:spMkLst>
            <pc:docMk/>
            <pc:sldMk cId="3984398755" sldId="298"/>
            <ac:spMk id="7" creationId="{D46844F3-4A55-DDBD-BED4-08B0ACBB605F}"/>
          </ac:spMkLst>
        </pc:spChg>
        <pc:spChg chg="add mod">
          <ac:chgData name="Mennatallah Mohamed Hosni Abdelaziz" userId="dbe45e1c-9b91-4840-b637-4511ed509bfa" providerId="ADAL" clId="{66FBF693-4032-4FF9-8A53-1A9A6497CA00}" dt="2025-11-19T05:43:32.680" v="785"/>
          <ac:spMkLst>
            <pc:docMk/>
            <pc:sldMk cId="3984398755" sldId="298"/>
            <ac:spMk id="8" creationId="{23A33D5E-2063-2056-04CF-3159155C2696}"/>
          </ac:spMkLst>
        </pc:spChg>
        <pc:picChg chg="add mod">
          <ac:chgData name="Mennatallah Mohamed Hosni Abdelaziz" userId="dbe45e1c-9b91-4840-b637-4511ed509bfa" providerId="ADAL" clId="{66FBF693-4032-4FF9-8A53-1A9A6497CA00}" dt="2025-11-19T05:32:37.402" v="640" actId="1076"/>
          <ac:picMkLst>
            <pc:docMk/>
            <pc:sldMk cId="3984398755" sldId="298"/>
            <ac:picMk id="3" creationId="{2F2DCE22-37E3-1FD5-5D2E-E8FC0035DFFF}"/>
          </ac:picMkLst>
        </pc:picChg>
        <pc:picChg chg="add mod">
          <ac:chgData name="Mennatallah Mohamed Hosni Abdelaziz" userId="dbe45e1c-9b91-4840-b637-4511ed509bfa" providerId="ADAL" clId="{66FBF693-4032-4FF9-8A53-1A9A6497CA00}" dt="2025-11-19T05:32:41.947" v="642" actId="1076"/>
          <ac:picMkLst>
            <pc:docMk/>
            <pc:sldMk cId="3984398755" sldId="298"/>
            <ac:picMk id="5" creationId="{5D89FC12-7FFF-A3A3-7175-E564636858AF}"/>
          </ac:picMkLst>
        </pc:picChg>
      </pc:sldChg>
      <pc:sldChg chg="addSp modSp new mod">
        <pc:chgData name="Mennatallah Mohamed Hosni Abdelaziz" userId="dbe45e1c-9b91-4840-b637-4511ed509bfa" providerId="ADAL" clId="{66FBF693-4032-4FF9-8A53-1A9A6497CA00}" dt="2025-11-19T05:43:28.289" v="784"/>
        <pc:sldMkLst>
          <pc:docMk/>
          <pc:sldMk cId="2981588034" sldId="299"/>
        </pc:sldMkLst>
        <pc:spChg chg="add mod">
          <ac:chgData name="Mennatallah Mohamed Hosni Abdelaziz" userId="dbe45e1c-9b91-4840-b637-4511ed509bfa" providerId="ADAL" clId="{66FBF693-4032-4FF9-8A53-1A9A6497CA00}" dt="2025-11-19T05:31:45.546" v="628" actId="1076"/>
          <ac:spMkLst>
            <pc:docMk/>
            <pc:sldMk cId="2981588034" sldId="299"/>
            <ac:spMk id="6" creationId="{13B089F0-7E63-4642-BA5D-2E48DB78F636}"/>
          </ac:spMkLst>
        </pc:spChg>
        <pc:spChg chg="add mod">
          <ac:chgData name="Mennatallah Mohamed Hosni Abdelaziz" userId="dbe45e1c-9b91-4840-b637-4511ed509bfa" providerId="ADAL" clId="{66FBF693-4032-4FF9-8A53-1A9A6497CA00}" dt="2025-11-19T05:31:37.855" v="625" actId="1076"/>
          <ac:spMkLst>
            <pc:docMk/>
            <pc:sldMk cId="2981588034" sldId="299"/>
            <ac:spMk id="7" creationId="{B5B653B2-5CC4-4BE2-E348-4B2FCFBABA44}"/>
          </ac:spMkLst>
        </pc:spChg>
        <pc:spChg chg="add mod">
          <ac:chgData name="Mennatallah Mohamed Hosni Abdelaziz" userId="dbe45e1c-9b91-4840-b637-4511ed509bfa" providerId="ADAL" clId="{66FBF693-4032-4FF9-8A53-1A9A6497CA00}" dt="2025-11-19T05:43:28.289" v="784"/>
          <ac:spMkLst>
            <pc:docMk/>
            <pc:sldMk cId="2981588034" sldId="299"/>
            <ac:spMk id="8" creationId="{B4C82EF0-8A34-5CE2-6511-F4171FD219C5}"/>
          </ac:spMkLst>
        </pc:spChg>
        <pc:picChg chg="add mod">
          <ac:chgData name="Mennatallah Mohamed Hosni Abdelaziz" userId="dbe45e1c-9b91-4840-b637-4511ed509bfa" providerId="ADAL" clId="{66FBF693-4032-4FF9-8A53-1A9A6497CA00}" dt="2025-11-19T05:30:10.128" v="561" actId="14100"/>
          <ac:picMkLst>
            <pc:docMk/>
            <pc:sldMk cId="2981588034" sldId="299"/>
            <ac:picMk id="3" creationId="{0D2BDA4F-09DF-738F-1029-8F07118D7F16}"/>
          </ac:picMkLst>
        </pc:picChg>
        <pc:picChg chg="add mod">
          <ac:chgData name="Mennatallah Mohamed Hosni Abdelaziz" userId="dbe45e1c-9b91-4840-b637-4511ed509bfa" providerId="ADAL" clId="{66FBF693-4032-4FF9-8A53-1A9A6497CA00}" dt="2025-11-19T05:31:32.244" v="622" actId="1076"/>
          <ac:picMkLst>
            <pc:docMk/>
            <pc:sldMk cId="2981588034" sldId="299"/>
            <ac:picMk id="5" creationId="{93651AC3-08B7-2EEE-DAB4-CB486E9D5ED3}"/>
          </ac:picMkLst>
        </pc:picChg>
      </pc:sldChg>
      <pc:sldChg chg="addSp delSp modSp new mod">
        <pc:chgData name="Mennatallah Mohamed Hosni Abdelaziz" userId="dbe45e1c-9b91-4840-b637-4511ed509bfa" providerId="ADAL" clId="{66FBF693-4032-4FF9-8A53-1A9A6497CA00}" dt="2025-11-19T06:07:51.340" v="826" actId="1076"/>
        <pc:sldMkLst>
          <pc:docMk/>
          <pc:sldMk cId="1171624274" sldId="300"/>
        </pc:sldMkLst>
        <pc:spChg chg="add mod">
          <ac:chgData name="Mennatallah Mohamed Hosni Abdelaziz" userId="dbe45e1c-9b91-4840-b637-4511ed509bfa" providerId="ADAL" clId="{66FBF693-4032-4FF9-8A53-1A9A6497CA00}" dt="2025-11-19T05:43:41.299" v="787"/>
          <ac:spMkLst>
            <pc:docMk/>
            <pc:sldMk cId="1171624274" sldId="300"/>
            <ac:spMk id="4" creationId="{292800D1-0A51-2D99-C61E-B3B23A998900}"/>
          </ac:spMkLst>
        </pc:spChg>
        <pc:spChg chg="add mod">
          <ac:chgData name="Mennatallah Mohamed Hosni Abdelaziz" userId="dbe45e1c-9b91-4840-b637-4511ed509bfa" providerId="ADAL" clId="{66FBF693-4032-4FF9-8A53-1A9A6497CA00}" dt="2025-11-19T06:07:41.176" v="825" actId="1076"/>
          <ac:spMkLst>
            <pc:docMk/>
            <pc:sldMk cId="1171624274" sldId="300"/>
            <ac:spMk id="5" creationId="{7CAD755D-017E-6625-CED9-2045A08E6C0C}"/>
          </ac:spMkLst>
        </pc:spChg>
        <pc:picChg chg="add mod">
          <ac:chgData name="Mennatallah Mohamed Hosni Abdelaziz" userId="dbe45e1c-9b91-4840-b637-4511ed509bfa" providerId="ADAL" clId="{66FBF693-4032-4FF9-8A53-1A9A6497CA00}" dt="2025-11-19T06:07:51.340" v="826" actId="1076"/>
          <ac:picMkLst>
            <pc:docMk/>
            <pc:sldMk cId="1171624274" sldId="300"/>
            <ac:picMk id="3" creationId="{2D4C175F-1F73-DE75-21D6-774CE1A7067E}"/>
          </ac:picMkLst>
        </pc:picChg>
        <pc:picChg chg="add del mod">
          <ac:chgData name="Mennatallah Mohamed Hosni Abdelaziz" userId="dbe45e1c-9b91-4840-b637-4511ed509bfa" providerId="ADAL" clId="{66FBF693-4032-4FF9-8A53-1A9A6497CA00}" dt="2025-11-19T06:07:25.612" v="820" actId="478"/>
          <ac:picMkLst>
            <pc:docMk/>
            <pc:sldMk cId="1171624274" sldId="300"/>
            <ac:picMk id="7" creationId="{9C09A2AF-2FE4-9A57-C56F-81503ACB2347}"/>
          </ac:picMkLst>
        </pc:picChg>
      </pc:sldChg>
      <pc:sldChg chg="addSp modSp new mod">
        <pc:chgData name="Mennatallah Mohamed Hosni Abdelaziz" userId="dbe45e1c-9b91-4840-b637-4511ed509bfa" providerId="ADAL" clId="{66FBF693-4032-4FF9-8A53-1A9A6497CA00}" dt="2025-11-20T13:55:22.208" v="3942" actId="207"/>
        <pc:sldMkLst>
          <pc:docMk/>
          <pc:sldMk cId="2608183756" sldId="301"/>
        </pc:sldMkLst>
        <pc:spChg chg="add mod">
          <ac:chgData name="Mennatallah Mohamed Hosni Abdelaziz" userId="dbe45e1c-9b91-4840-b637-4511ed509bfa" providerId="ADAL" clId="{66FBF693-4032-4FF9-8A53-1A9A6497CA00}" dt="2025-11-20T13:05:12.797" v="2788" actId="1076"/>
          <ac:spMkLst>
            <pc:docMk/>
            <pc:sldMk cId="2608183756" sldId="301"/>
            <ac:spMk id="2" creationId="{CFA18E84-7E72-FEAD-C39F-E6CD243BC622}"/>
          </ac:spMkLst>
        </pc:spChg>
        <pc:spChg chg="add mod">
          <ac:chgData name="Mennatallah Mohamed Hosni Abdelaziz" userId="dbe45e1c-9b91-4840-b637-4511ed509bfa" providerId="ADAL" clId="{66FBF693-4032-4FF9-8A53-1A9A6497CA00}" dt="2025-11-19T06:08:47.607" v="877" actId="207"/>
          <ac:spMkLst>
            <pc:docMk/>
            <pc:sldMk cId="2608183756" sldId="301"/>
            <ac:spMk id="4" creationId="{A9C8A141-B140-6D71-AA53-FB5EBEE4DEE2}"/>
          </ac:spMkLst>
        </pc:spChg>
        <pc:spChg chg="add mod">
          <ac:chgData name="Mennatallah Mohamed Hosni Abdelaziz" userId="dbe45e1c-9b91-4840-b637-4511ed509bfa" providerId="ADAL" clId="{66FBF693-4032-4FF9-8A53-1A9A6497CA00}" dt="2025-11-20T13:05:18.148" v="2789" actId="1076"/>
          <ac:spMkLst>
            <pc:docMk/>
            <pc:sldMk cId="2608183756" sldId="301"/>
            <ac:spMk id="7" creationId="{709EDF94-433E-5EFF-5A9A-DE51A7395C99}"/>
          </ac:spMkLst>
        </pc:spChg>
        <pc:spChg chg="add mod">
          <ac:chgData name="Mennatallah Mohamed Hosni Abdelaziz" userId="dbe45e1c-9b91-4840-b637-4511ed509bfa" providerId="ADAL" clId="{66FBF693-4032-4FF9-8A53-1A9A6497CA00}" dt="2025-11-20T13:55:22.208" v="3942" actId="207"/>
          <ac:spMkLst>
            <pc:docMk/>
            <pc:sldMk cId="2608183756" sldId="301"/>
            <ac:spMk id="8" creationId="{0CF77415-F5B8-B36C-D834-6DE132302A45}"/>
          </ac:spMkLst>
        </pc:spChg>
        <pc:picChg chg="add mod">
          <ac:chgData name="Mennatallah Mohamed Hosni Abdelaziz" userId="dbe45e1c-9b91-4840-b637-4511ed509bfa" providerId="ADAL" clId="{66FBF693-4032-4FF9-8A53-1A9A6497CA00}" dt="2025-11-20T13:05:09.851" v="2787" actId="1076"/>
          <ac:picMkLst>
            <pc:docMk/>
            <pc:sldMk cId="2608183756" sldId="301"/>
            <ac:picMk id="3" creationId="{0E683821-585B-1F1E-29F7-934A48C3A926}"/>
          </ac:picMkLst>
        </pc:picChg>
        <pc:cxnChg chg="add mod">
          <ac:chgData name="Mennatallah Mohamed Hosni Abdelaziz" userId="dbe45e1c-9b91-4840-b637-4511ed509bfa" providerId="ADAL" clId="{66FBF693-4032-4FF9-8A53-1A9A6497CA00}" dt="2025-11-20T13:06:03.861" v="2795" actId="14100"/>
          <ac:cxnSpMkLst>
            <pc:docMk/>
            <pc:sldMk cId="2608183756" sldId="301"/>
            <ac:cxnSpMk id="6" creationId="{7CD5FDB6-092A-AC1C-8B3A-C509279A0245}"/>
          </ac:cxnSpMkLst>
        </pc:cxnChg>
      </pc:sldChg>
      <pc:sldChg chg="addSp delSp modSp new mod ord">
        <pc:chgData name="Mennatallah Mohamed Hosni Abdelaziz" userId="dbe45e1c-9b91-4840-b637-4511ed509bfa" providerId="ADAL" clId="{66FBF693-4032-4FF9-8A53-1A9A6497CA00}" dt="2025-11-20T13:30:48.856" v="3588" actId="1076"/>
        <pc:sldMkLst>
          <pc:docMk/>
          <pc:sldMk cId="943892826" sldId="302"/>
        </pc:sldMkLst>
        <pc:spChg chg="add del">
          <ac:chgData name="Mennatallah Mohamed Hosni Abdelaziz" userId="dbe45e1c-9b91-4840-b637-4511ed509bfa" providerId="ADAL" clId="{66FBF693-4032-4FF9-8A53-1A9A6497CA00}" dt="2025-11-20T11:34:17.166" v="910" actId="478"/>
          <ac:spMkLst>
            <pc:docMk/>
            <pc:sldMk cId="943892826" sldId="302"/>
            <ac:spMk id="2" creationId="{9005F944-AC83-333D-4624-A28BF4CD7A49}"/>
          </ac:spMkLst>
        </pc:spChg>
        <pc:spChg chg="add mod">
          <ac:chgData name="Mennatallah Mohamed Hosni Abdelaziz" userId="dbe45e1c-9b91-4840-b637-4511ed509bfa" providerId="ADAL" clId="{66FBF693-4032-4FF9-8A53-1A9A6497CA00}" dt="2025-11-20T11:50:09.601" v="1414" actId="1076"/>
          <ac:spMkLst>
            <pc:docMk/>
            <pc:sldMk cId="943892826" sldId="302"/>
            <ac:spMk id="4" creationId="{75F739B3-E73A-5EDD-C3B6-2D2B48A764B9}"/>
          </ac:spMkLst>
        </pc:spChg>
        <pc:spChg chg="add mod">
          <ac:chgData name="Mennatallah Mohamed Hosni Abdelaziz" userId="dbe45e1c-9b91-4840-b637-4511ed509bfa" providerId="ADAL" clId="{66FBF693-4032-4FF9-8A53-1A9A6497CA00}" dt="2025-11-20T11:36:23.028" v="927" actId="1076"/>
          <ac:spMkLst>
            <pc:docMk/>
            <pc:sldMk cId="943892826" sldId="302"/>
            <ac:spMk id="5" creationId="{862C2DC8-F811-2413-3E65-D0DC782C727D}"/>
          </ac:spMkLst>
        </pc:spChg>
        <pc:spChg chg="add mod">
          <ac:chgData name="Mennatallah Mohamed Hosni Abdelaziz" userId="dbe45e1c-9b91-4840-b637-4511ed509bfa" providerId="ADAL" clId="{66FBF693-4032-4FF9-8A53-1A9A6497CA00}" dt="2025-11-20T13:30:44.156" v="3587" actId="1076"/>
          <ac:spMkLst>
            <pc:docMk/>
            <pc:sldMk cId="943892826" sldId="302"/>
            <ac:spMk id="9" creationId="{8EFD8A93-722B-43C9-8C48-2387CB5BD969}"/>
          </ac:spMkLst>
        </pc:spChg>
        <pc:spChg chg="add mod">
          <ac:chgData name="Mennatallah Mohamed Hosni Abdelaziz" userId="dbe45e1c-9b91-4840-b637-4511ed509bfa" providerId="ADAL" clId="{66FBF693-4032-4FF9-8A53-1A9A6497CA00}" dt="2025-11-20T11:38:37.963" v="1001" actId="1076"/>
          <ac:spMkLst>
            <pc:docMk/>
            <pc:sldMk cId="943892826" sldId="302"/>
            <ac:spMk id="10" creationId="{B2D3315B-51EA-7CFB-7BA2-1A3C00992D87}"/>
          </ac:spMkLst>
        </pc:spChg>
        <pc:spChg chg="add mod">
          <ac:chgData name="Mennatallah Mohamed Hosni Abdelaziz" userId="dbe45e1c-9b91-4840-b637-4511ed509bfa" providerId="ADAL" clId="{66FBF693-4032-4FF9-8A53-1A9A6497CA00}" dt="2025-11-20T13:30:48.856" v="3588" actId="1076"/>
          <ac:spMkLst>
            <pc:docMk/>
            <pc:sldMk cId="943892826" sldId="302"/>
            <ac:spMk id="23" creationId="{A69A4203-F4A7-E682-DCFD-C15018D94137}"/>
          </ac:spMkLst>
        </pc:spChg>
        <pc:spChg chg="add mod">
          <ac:chgData name="Mennatallah Mohamed Hosni Abdelaziz" userId="dbe45e1c-9b91-4840-b637-4511ed509bfa" providerId="ADAL" clId="{66FBF693-4032-4FF9-8A53-1A9A6497CA00}" dt="2025-11-20T11:50:14.167" v="1415" actId="1076"/>
          <ac:spMkLst>
            <pc:docMk/>
            <pc:sldMk cId="943892826" sldId="302"/>
            <ac:spMk id="24" creationId="{C46F893E-B966-024A-72F3-69DC8A065585}"/>
          </ac:spMkLst>
        </pc:spChg>
        <pc:picChg chg="add mod">
          <ac:chgData name="Mennatallah Mohamed Hosni Abdelaziz" userId="dbe45e1c-9b91-4840-b637-4511ed509bfa" providerId="ADAL" clId="{66FBF693-4032-4FF9-8A53-1A9A6497CA00}" dt="2025-11-20T11:38:29.725" v="1000" actId="1076"/>
          <ac:picMkLst>
            <pc:docMk/>
            <pc:sldMk cId="943892826" sldId="302"/>
            <ac:picMk id="3" creationId="{4E204526-3525-75A9-E53C-8E97C993EECC}"/>
          </ac:picMkLst>
        </pc:picChg>
        <pc:cxnChg chg="add mod">
          <ac:chgData name="Mennatallah Mohamed Hosni Abdelaziz" userId="dbe45e1c-9b91-4840-b637-4511ed509bfa" providerId="ADAL" clId="{66FBF693-4032-4FF9-8A53-1A9A6497CA00}" dt="2025-11-20T11:42:44.011" v="1184" actId="14100"/>
          <ac:cxnSpMkLst>
            <pc:docMk/>
            <pc:sldMk cId="943892826" sldId="302"/>
            <ac:cxnSpMk id="7" creationId="{AF92AB80-70B2-4581-205C-18B3BAE3F0FA}"/>
          </ac:cxnSpMkLst>
        </pc:cxnChg>
        <pc:cxnChg chg="add del mod">
          <ac:chgData name="Mennatallah Mohamed Hosni Abdelaziz" userId="dbe45e1c-9b91-4840-b637-4511ed509bfa" providerId="ADAL" clId="{66FBF693-4032-4FF9-8A53-1A9A6497CA00}" dt="2025-11-20T11:38:55.383" v="1004" actId="478"/>
          <ac:cxnSpMkLst>
            <pc:docMk/>
            <pc:sldMk cId="943892826" sldId="302"/>
            <ac:cxnSpMk id="11" creationId="{3FB71ACE-03AC-299A-A8EF-7C54F7A85F8D}"/>
          </ac:cxnSpMkLst>
        </pc:cxnChg>
        <pc:cxnChg chg="add del mod">
          <ac:chgData name="Mennatallah Mohamed Hosni Abdelaziz" userId="dbe45e1c-9b91-4840-b637-4511ed509bfa" providerId="ADAL" clId="{66FBF693-4032-4FF9-8A53-1A9A6497CA00}" dt="2025-11-20T11:39:26.830" v="1008" actId="478"/>
          <ac:cxnSpMkLst>
            <pc:docMk/>
            <pc:sldMk cId="943892826" sldId="302"/>
            <ac:cxnSpMk id="13" creationId="{16BAE62F-4A68-A651-0C74-823ADD0321BC}"/>
          </ac:cxnSpMkLst>
        </pc:cxnChg>
        <pc:cxnChg chg="add mod">
          <ac:chgData name="Mennatallah Mohamed Hosni Abdelaziz" userId="dbe45e1c-9b91-4840-b637-4511ed509bfa" providerId="ADAL" clId="{66FBF693-4032-4FF9-8A53-1A9A6497CA00}" dt="2025-11-20T13:30:11.181" v="3583" actId="1076"/>
          <ac:cxnSpMkLst>
            <pc:docMk/>
            <pc:sldMk cId="943892826" sldId="302"/>
            <ac:cxnSpMk id="18" creationId="{94518760-BF36-73EA-C2F0-D97EE1987922}"/>
          </ac:cxnSpMkLst>
        </pc:cxnChg>
      </pc:sldChg>
      <pc:sldChg chg="addSp modSp new mod">
        <pc:chgData name="Mennatallah Mohamed Hosni Abdelaziz" userId="dbe45e1c-9b91-4840-b637-4511ed509bfa" providerId="ADAL" clId="{66FBF693-4032-4FF9-8A53-1A9A6497CA00}" dt="2025-11-20T13:54:55.686" v="3941" actId="207"/>
        <pc:sldMkLst>
          <pc:docMk/>
          <pc:sldMk cId="1903240351" sldId="303"/>
        </pc:sldMkLst>
        <pc:spChg chg="add mod">
          <ac:chgData name="Mennatallah Mohamed Hosni Abdelaziz" userId="dbe45e1c-9b91-4840-b637-4511ed509bfa" providerId="ADAL" clId="{66FBF693-4032-4FF9-8A53-1A9A6497CA00}" dt="2025-11-20T12:09:15.581" v="1875" actId="1076"/>
          <ac:spMkLst>
            <pc:docMk/>
            <pc:sldMk cId="1903240351" sldId="303"/>
            <ac:spMk id="2" creationId="{E1E01E4A-AD29-4F59-1621-FA6A5304A215}"/>
          </ac:spMkLst>
        </pc:spChg>
        <pc:spChg chg="add mod">
          <ac:chgData name="Mennatallah Mohamed Hosni Abdelaziz" userId="dbe45e1c-9b91-4840-b637-4511ed509bfa" providerId="ADAL" clId="{66FBF693-4032-4FF9-8A53-1A9A6497CA00}" dt="2025-11-20T13:54:55.686" v="3941" actId="207"/>
          <ac:spMkLst>
            <pc:docMk/>
            <pc:sldMk cId="1903240351" sldId="303"/>
            <ac:spMk id="3" creationId="{AC670384-6814-7160-5DC9-63F4FCF56F7A}"/>
          </ac:spMkLst>
        </pc:spChg>
        <pc:spChg chg="add mod">
          <ac:chgData name="Mennatallah Mohamed Hosni Abdelaziz" userId="dbe45e1c-9b91-4840-b637-4511ed509bfa" providerId="ADAL" clId="{66FBF693-4032-4FF9-8A53-1A9A6497CA00}" dt="2025-11-20T13:41:38.963" v="3874" actId="208"/>
          <ac:spMkLst>
            <pc:docMk/>
            <pc:sldMk cId="1903240351" sldId="303"/>
            <ac:spMk id="4" creationId="{F34FE244-0F5F-E670-9E27-1BAD79173227}"/>
          </ac:spMkLst>
        </pc:spChg>
        <pc:spChg chg="add mod">
          <ac:chgData name="Mennatallah Mohamed Hosni Abdelaziz" userId="dbe45e1c-9b91-4840-b637-4511ed509bfa" providerId="ADAL" clId="{66FBF693-4032-4FF9-8A53-1A9A6497CA00}" dt="2025-11-20T13:42:10.139" v="3896" actId="207"/>
          <ac:spMkLst>
            <pc:docMk/>
            <pc:sldMk cId="1903240351" sldId="303"/>
            <ac:spMk id="6" creationId="{F6896469-D39A-7329-E532-9357DFABAB07}"/>
          </ac:spMkLst>
        </pc:spChg>
        <pc:spChg chg="add mod">
          <ac:chgData name="Mennatallah Mohamed Hosni Abdelaziz" userId="dbe45e1c-9b91-4840-b637-4511ed509bfa" providerId="ADAL" clId="{66FBF693-4032-4FF9-8A53-1A9A6497CA00}" dt="2025-11-20T13:54:38.847" v="3939" actId="1076"/>
          <ac:spMkLst>
            <pc:docMk/>
            <pc:sldMk cId="1903240351" sldId="303"/>
            <ac:spMk id="8" creationId="{1106AE40-A869-FF10-6D77-A7AF5FE1348C}"/>
          </ac:spMkLst>
        </pc:spChg>
        <pc:spChg chg="add mod">
          <ac:chgData name="Mennatallah Mohamed Hosni Abdelaziz" userId="dbe45e1c-9b91-4840-b637-4511ed509bfa" providerId="ADAL" clId="{66FBF693-4032-4FF9-8A53-1A9A6497CA00}" dt="2025-11-20T13:54:34.152" v="3938" actId="1076"/>
          <ac:spMkLst>
            <pc:docMk/>
            <pc:sldMk cId="1903240351" sldId="303"/>
            <ac:spMk id="9" creationId="{FD31A4AF-6D28-085E-B9EB-56F0DED38644}"/>
          </ac:spMkLst>
        </pc:spChg>
        <pc:picChg chg="add mod">
          <ac:chgData name="Mennatallah Mohamed Hosni Abdelaziz" userId="dbe45e1c-9b91-4840-b637-4511ed509bfa" providerId="ADAL" clId="{66FBF693-4032-4FF9-8A53-1A9A6497CA00}" dt="2025-11-20T13:41:01.705" v="3870" actId="14100"/>
          <ac:picMkLst>
            <pc:docMk/>
            <pc:sldMk cId="1903240351" sldId="303"/>
            <ac:picMk id="5" creationId="{A1840EC8-7075-74AC-5F18-9E0076D426AD}"/>
          </ac:picMkLst>
        </pc:picChg>
        <pc:picChg chg="add mod">
          <ac:chgData name="Mennatallah Mohamed Hosni Abdelaziz" userId="dbe45e1c-9b91-4840-b637-4511ed509bfa" providerId="ADAL" clId="{66FBF693-4032-4FF9-8A53-1A9A6497CA00}" dt="2025-11-20T13:54:19.553" v="3934" actId="1076"/>
          <ac:picMkLst>
            <pc:docMk/>
            <pc:sldMk cId="1903240351" sldId="303"/>
            <ac:picMk id="7" creationId="{1D4B7BC1-586A-3F6F-55D8-FB624810732A}"/>
          </ac:picMkLst>
        </pc:picChg>
        <pc:picChg chg="add mod">
          <ac:chgData name="Mennatallah Mohamed Hosni Abdelaziz" userId="dbe45e1c-9b91-4840-b637-4511ed509bfa" providerId="ADAL" clId="{66FBF693-4032-4FF9-8A53-1A9A6497CA00}" dt="2025-11-20T13:54:28.366" v="3937" actId="14100"/>
          <ac:picMkLst>
            <pc:docMk/>
            <pc:sldMk cId="1903240351" sldId="303"/>
            <ac:picMk id="11" creationId="{E6377420-44B2-F73B-B0C6-844B1073ACC1}"/>
          </ac:picMkLst>
        </pc:picChg>
      </pc:sldChg>
      <pc:sldChg chg="addSp delSp modSp new mod ord">
        <pc:chgData name="Mennatallah Mohamed Hosni Abdelaziz" userId="dbe45e1c-9b91-4840-b637-4511ed509bfa" providerId="ADAL" clId="{66FBF693-4032-4FF9-8A53-1A9A6497CA00}" dt="2025-11-20T13:29:24.367" v="3576"/>
        <pc:sldMkLst>
          <pc:docMk/>
          <pc:sldMk cId="118149025" sldId="304"/>
        </pc:sldMkLst>
        <pc:spChg chg="add del mod">
          <ac:chgData name="Mennatallah Mohamed Hosni Abdelaziz" userId="dbe45e1c-9b91-4840-b637-4511ed509bfa" providerId="ADAL" clId="{66FBF693-4032-4FF9-8A53-1A9A6497CA00}" dt="2025-11-20T13:19:13.183" v="3179"/>
          <ac:spMkLst>
            <pc:docMk/>
            <pc:sldMk cId="118149025" sldId="304"/>
            <ac:spMk id="2" creationId="{E27FBFA7-5802-C9F1-BD08-7287B87C9386}"/>
          </ac:spMkLst>
        </pc:spChg>
        <pc:spChg chg="add mod">
          <ac:chgData name="Mennatallah Mohamed Hosni Abdelaziz" userId="dbe45e1c-9b91-4840-b637-4511ed509bfa" providerId="ADAL" clId="{66FBF693-4032-4FF9-8A53-1A9A6497CA00}" dt="2025-11-20T13:29:06.981" v="3572" actId="14100"/>
          <ac:spMkLst>
            <pc:docMk/>
            <pc:sldMk cId="118149025" sldId="304"/>
            <ac:spMk id="3" creationId="{5BCB8A93-290C-337E-2835-6C68C6AF6CDB}"/>
          </ac:spMkLst>
        </pc:spChg>
      </pc:sldChg>
      <pc:sldChg chg="addSp modSp new mod">
        <pc:chgData name="Mennatallah Mohamed Hosni Abdelaziz" userId="dbe45e1c-9b91-4840-b637-4511ed509bfa" providerId="ADAL" clId="{66FBF693-4032-4FF9-8A53-1A9A6497CA00}" dt="2025-11-20T13:48:55.503" v="3931" actId="1076"/>
        <pc:sldMkLst>
          <pc:docMk/>
          <pc:sldMk cId="2483264999" sldId="305"/>
        </pc:sldMkLst>
        <pc:picChg chg="add mod">
          <ac:chgData name="Mennatallah Mohamed Hosni Abdelaziz" userId="dbe45e1c-9b91-4840-b637-4511ed509bfa" providerId="ADAL" clId="{66FBF693-4032-4FF9-8A53-1A9A6497CA00}" dt="2025-11-20T13:48:55.503" v="3931" actId="1076"/>
          <ac:picMkLst>
            <pc:docMk/>
            <pc:sldMk cId="2483264999" sldId="305"/>
            <ac:picMk id="3" creationId="{C4467413-711A-A802-E39E-3D13C703B5E5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8" name="Google Shape;98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>
          <a:extLst>
            <a:ext uri="{FF2B5EF4-FFF2-40B4-BE49-F238E27FC236}">
              <a16:creationId xmlns:a16="http://schemas.microsoft.com/office/drawing/2014/main" id="{BCB00D8F-FC9B-4977-EA01-567FE7DE2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8:notes">
            <a:extLst>
              <a:ext uri="{FF2B5EF4-FFF2-40B4-BE49-F238E27FC236}">
                <a16:creationId xmlns:a16="http://schemas.microsoft.com/office/drawing/2014/main" id="{4559CF4D-B83E-985A-9288-DF929D0216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6" name="Google Shape;236;p28:notes">
            <a:extLst>
              <a:ext uri="{FF2B5EF4-FFF2-40B4-BE49-F238E27FC236}">
                <a16:creationId xmlns:a16="http://schemas.microsoft.com/office/drawing/2014/main" id="{0CE08CC2-79E1-1676-E209-EDA9DF2179C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159400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6" name="Google Shape;236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3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32"/>
          <p:cNvSpPr txBox="1">
            <a:spLocks noGrp="1"/>
          </p:cNvSpPr>
          <p:nvPr>
            <p:ph type="ctrTitle"/>
          </p:nvPr>
        </p:nvSpPr>
        <p:spPr>
          <a:xfrm>
            <a:off x="542925" y="1597061"/>
            <a:ext cx="3938100" cy="9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0768"/>
              </a:buClr>
              <a:buSzPts val="2700"/>
              <a:buFont typeface="Arial"/>
              <a:buNone/>
              <a:defRPr sz="2700" b="1">
                <a:solidFill>
                  <a:srgbClr val="07076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2"/>
          <p:cNvSpPr txBox="1">
            <a:spLocks noGrp="1"/>
          </p:cNvSpPr>
          <p:nvPr>
            <p:ph type="subTitle" idx="1"/>
          </p:nvPr>
        </p:nvSpPr>
        <p:spPr>
          <a:xfrm>
            <a:off x="542925" y="2685401"/>
            <a:ext cx="3938100" cy="12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A2126"/>
              </a:buClr>
              <a:buSzPts val="2000"/>
              <a:buNone/>
              <a:defRPr sz="2000" b="1">
                <a:solidFill>
                  <a:srgbClr val="CA212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6" name="Google Shape;16;p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3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solidFill>
          <a:schemeClr val="dk2"/>
        </a:solidFill>
        <a:effectLst/>
      </p:bgPr>
    </p:bg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3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3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36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39" name="Google Shape;39;p36"/>
          <p:cNvSpPr txBox="1">
            <a:spLocks noGrp="1"/>
          </p:cNvSpPr>
          <p:nvPr>
            <p:ph type="body" idx="1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t" anchorCtr="0">
            <a:normAutofit/>
          </a:bodyPr>
          <a:lstStyle>
            <a:lvl1pPr marL="457200" lvl="0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36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7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37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t" anchorCtr="0">
            <a:normAutofit/>
          </a:bodyPr>
          <a:lstStyle>
            <a:lvl1pPr marL="457200" lvl="0" indent="-2730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1pPr>
            <a:lvl2pPr marL="914400" lvl="1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2pPr>
            <a:lvl3pPr marL="1371600" lvl="2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3pPr>
            <a:lvl4pPr marL="1828800" lvl="3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4pPr>
            <a:lvl5pPr marL="2286000" lvl="4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5pPr>
            <a:lvl6pPr marL="2743200" lvl="5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6pPr>
            <a:lvl7pPr marL="3200400" lvl="6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7pPr>
            <a:lvl8pPr marL="3657600" lvl="7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8pPr>
            <a:lvl9pPr marL="4114800" lvl="8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37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t" anchorCtr="0">
            <a:normAutofit/>
          </a:bodyPr>
          <a:lstStyle>
            <a:lvl1pPr marL="457200" lvl="0" indent="-2730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1pPr>
            <a:lvl2pPr marL="914400" lvl="1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2pPr>
            <a:lvl3pPr marL="1371600" lvl="2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3pPr>
            <a:lvl4pPr marL="1828800" lvl="3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4pPr>
            <a:lvl5pPr marL="2286000" lvl="4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5pPr>
            <a:lvl6pPr marL="2743200" lvl="5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6pPr>
            <a:lvl7pPr marL="3200400" lvl="6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7pPr>
            <a:lvl8pPr marL="3657600" lvl="7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8pPr>
            <a:lvl9pPr marL="4114800" lvl="8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3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3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3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8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61"/>
              </a:buClr>
              <a:buSzPts val="3300"/>
              <a:buFont typeface="Arial"/>
              <a:buNone/>
              <a:defRPr sz="3300" b="1">
                <a:solidFill>
                  <a:srgbClr val="00006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38"/>
          <p:cNvSpPr txBox="1">
            <a:spLocks noGrp="1"/>
          </p:cNvSpPr>
          <p:nvPr>
            <p:ph type="body" idx="1"/>
          </p:nvPr>
        </p:nvSpPr>
        <p:spPr>
          <a:xfrm>
            <a:off x="623888" y="3442098"/>
            <a:ext cx="7886700" cy="11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91D23"/>
              </a:buClr>
              <a:buSzPts val="2300"/>
              <a:buNone/>
              <a:defRPr sz="2300" b="0">
                <a:solidFill>
                  <a:srgbClr val="C91D2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3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3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3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9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39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2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57" name="Google Shape;57;p39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200" cy="276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t" anchorCtr="0">
            <a:normAutofit/>
          </a:bodyPr>
          <a:lstStyle>
            <a:lvl1pPr marL="457200" lvl="0" indent="-2730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1pPr>
            <a:lvl2pPr marL="914400" lvl="1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2pPr>
            <a:lvl3pPr marL="1371600" lvl="2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3pPr>
            <a:lvl4pPr marL="1828800" lvl="3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4pPr>
            <a:lvl5pPr marL="2286000" lvl="4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5pPr>
            <a:lvl6pPr marL="2743200" lvl="5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6pPr>
            <a:lvl7pPr marL="3200400" lvl="6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7pPr>
            <a:lvl8pPr marL="3657600" lvl="7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8pPr>
            <a:lvl9pPr marL="4114800" lvl="8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p39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59" name="Google Shape;59;p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400" cy="276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t" anchorCtr="0">
            <a:normAutofit/>
          </a:bodyPr>
          <a:lstStyle>
            <a:lvl1pPr marL="457200" lvl="0" indent="-2730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1pPr>
            <a:lvl2pPr marL="914400" lvl="1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2pPr>
            <a:lvl3pPr marL="1371600" lvl="2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3pPr>
            <a:lvl4pPr marL="1828800" lvl="3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4pPr>
            <a:lvl5pPr marL="2286000" lvl="4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5pPr>
            <a:lvl6pPr marL="2743200" lvl="5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6pPr>
            <a:lvl7pPr marL="3200400" lvl="6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7pPr>
            <a:lvl8pPr marL="3657600" lvl="7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8pPr>
            <a:lvl9pPr marL="4114800" lvl="8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9pPr>
          </a:lstStyle>
          <a:p>
            <a:endParaRPr/>
          </a:p>
        </p:txBody>
      </p:sp>
      <p:sp>
        <p:nvSpPr>
          <p:cNvPr id="60" name="Google Shape;60;p3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3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3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0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3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40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6" name="Google Shape;66;p40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7" name="Google Shape;67;p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4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4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1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3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41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41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74" name="Google Shape;74;p4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4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2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42"/>
          <p:cNvSpPr txBox="1">
            <a:spLocks noGrp="1"/>
          </p:cNvSpPr>
          <p:nvPr>
            <p:ph type="body" idx="1"/>
          </p:nvPr>
        </p:nvSpPr>
        <p:spPr>
          <a:xfrm rot="5400000">
            <a:off x="2940300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t" anchorCtr="0">
            <a:normAutofit/>
          </a:bodyPr>
          <a:lstStyle>
            <a:lvl1pPr marL="457200" lvl="0" indent="-2730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1pPr>
            <a:lvl2pPr marL="914400" lvl="1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2pPr>
            <a:lvl3pPr marL="1371600" lvl="2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3pPr>
            <a:lvl4pPr marL="1828800" lvl="3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4pPr>
            <a:lvl5pPr marL="2286000" lvl="4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5pPr>
            <a:lvl6pPr marL="2743200" lvl="5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6pPr>
            <a:lvl7pPr marL="3200400" lvl="6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7pPr>
            <a:lvl8pPr marL="3657600" lvl="7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8pPr>
            <a:lvl9pPr marL="4114800" lvl="8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4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4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3"/>
          <p:cNvSpPr txBox="1">
            <a:spLocks noGrp="1"/>
          </p:cNvSpPr>
          <p:nvPr>
            <p:ph type="title"/>
          </p:nvPr>
        </p:nvSpPr>
        <p:spPr>
          <a:xfrm rot="5400000">
            <a:off x="5350050" y="1467544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43"/>
          <p:cNvSpPr txBox="1">
            <a:spLocks noGrp="1"/>
          </p:cNvSpPr>
          <p:nvPr>
            <p:ph type="body" idx="1"/>
          </p:nvPr>
        </p:nvSpPr>
        <p:spPr>
          <a:xfrm rot="5400000">
            <a:off x="1349475" y="-447056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t" anchorCtr="0">
            <a:normAutofit/>
          </a:bodyPr>
          <a:lstStyle>
            <a:lvl1pPr marL="457200" lvl="0" indent="-2730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1pPr>
            <a:lvl2pPr marL="914400" lvl="1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2pPr>
            <a:lvl3pPr marL="1371600" lvl="2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3pPr>
            <a:lvl4pPr marL="1828800" lvl="3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4pPr>
            <a:lvl5pPr marL="2286000" lvl="4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5pPr>
            <a:lvl6pPr marL="2743200" lvl="5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6pPr>
            <a:lvl7pPr marL="3200400" lvl="6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7pPr>
            <a:lvl8pPr marL="3657600" lvl="7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8pPr>
            <a:lvl9pPr marL="4114800" lvl="8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/>
            </a:lvl9pPr>
          </a:lstStyle>
          <a:p>
            <a:endParaRPr/>
          </a:p>
        </p:txBody>
      </p:sp>
      <p:sp>
        <p:nvSpPr>
          <p:cNvPr id="86" name="Google Shape;86;p4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4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4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solidFill>
          <a:schemeClr val="accent3"/>
        </a:solid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4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4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44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94" name="Google Shape;94;p44"/>
          <p:cNvSpPr txBox="1">
            <a:spLocks noGrp="1"/>
          </p:cNvSpPr>
          <p:nvPr>
            <p:ph type="body" idx="1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t" anchorCtr="0">
            <a:normAutofit/>
          </a:bodyPr>
          <a:lstStyle>
            <a:lvl1pPr marL="457200" lvl="0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5" name="Google Shape;95;p44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31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3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31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3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3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3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5594ED8-4626-C5D2-6FC1-67BC0391FD6D}"/>
              </a:ext>
            </a:extLst>
          </p:cNvPr>
          <p:cNvSpPr txBox="1"/>
          <p:nvPr/>
        </p:nvSpPr>
        <p:spPr>
          <a:xfrm>
            <a:off x="520809" y="2083242"/>
            <a:ext cx="46833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1">
                    <a:lumMod val="50000"/>
                  </a:schemeClr>
                </a:solidFill>
              </a:rPr>
              <a:t>Mom-Village System</a:t>
            </a:r>
          </a:p>
        </p:txBody>
      </p:sp>
      <p:sp>
        <p:nvSpPr>
          <p:cNvPr id="3" name="Arrow: Curved Left 2">
            <a:extLst>
              <a:ext uri="{FF2B5EF4-FFF2-40B4-BE49-F238E27FC236}">
                <a16:creationId xmlns:a16="http://schemas.microsoft.com/office/drawing/2014/main" id="{C10E15D6-26E7-4B76-6073-DD29EAED131F}"/>
              </a:ext>
            </a:extLst>
          </p:cNvPr>
          <p:cNvSpPr/>
          <p:nvPr/>
        </p:nvSpPr>
        <p:spPr>
          <a:xfrm>
            <a:off x="4420925" y="1954209"/>
            <a:ext cx="556591" cy="985962"/>
          </a:xfrm>
          <a:prstGeom prst="curved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Arrow: Curved Right 3">
            <a:extLst>
              <a:ext uri="{FF2B5EF4-FFF2-40B4-BE49-F238E27FC236}">
                <a16:creationId xmlns:a16="http://schemas.microsoft.com/office/drawing/2014/main" id="{33644F26-83D5-320A-EFF2-187D262D3527}"/>
              </a:ext>
            </a:extLst>
          </p:cNvPr>
          <p:cNvSpPr/>
          <p:nvPr/>
        </p:nvSpPr>
        <p:spPr>
          <a:xfrm>
            <a:off x="99390" y="1954210"/>
            <a:ext cx="671887" cy="985962"/>
          </a:xfrm>
          <a:prstGeom prst="curv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385CEE9-23DE-C3A9-B4A2-62D42E64BF1F}"/>
              </a:ext>
            </a:extLst>
          </p:cNvPr>
          <p:cNvSpPr txBox="1"/>
          <p:nvPr/>
        </p:nvSpPr>
        <p:spPr>
          <a:xfrm>
            <a:off x="2250218" y="930303"/>
            <a:ext cx="5041127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1">
                    <a:lumMod val="50000"/>
                  </a:schemeClr>
                </a:solidFill>
              </a:rPr>
              <a:t>Architecture</a:t>
            </a:r>
            <a:r>
              <a:rPr lang="en-US" sz="36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</a:rPr>
              <a:t>Diagram</a:t>
            </a:r>
          </a:p>
          <a:p>
            <a:r>
              <a:rPr lang="en-US" sz="3200" b="1" dirty="0">
                <a:solidFill>
                  <a:srgbClr val="C00000"/>
                </a:solidFill>
              </a:rPr>
              <a:t>Level 0</a:t>
            </a:r>
          </a:p>
          <a:p>
            <a:r>
              <a:rPr lang="en-US" sz="3200" b="1" dirty="0">
                <a:solidFill>
                  <a:srgbClr val="C00000"/>
                </a:solidFill>
              </a:rPr>
              <a:t>Level 1</a:t>
            </a:r>
          </a:p>
          <a:p>
            <a:r>
              <a:rPr lang="en-US" sz="3200" b="1" dirty="0">
                <a:solidFill>
                  <a:srgbClr val="C00000"/>
                </a:solidFill>
              </a:rPr>
              <a:t>Level 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727C3F-BD01-C3FA-5373-EDE8D77FC329}"/>
              </a:ext>
            </a:extLst>
          </p:cNvPr>
          <p:cNvSpPr txBox="1"/>
          <p:nvPr/>
        </p:nvSpPr>
        <p:spPr>
          <a:xfrm>
            <a:off x="2011678" y="3379304"/>
            <a:ext cx="55182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>
                <a:solidFill>
                  <a:schemeClr val="bg2">
                    <a:lumMod val="50000"/>
                  </a:schemeClr>
                </a:solidFill>
              </a:rPr>
              <a:t>With Hierarchal Controller and Asynchronous Communication</a:t>
            </a:r>
          </a:p>
        </p:txBody>
      </p:sp>
    </p:spTree>
    <p:extLst>
      <p:ext uri="{BB962C8B-B14F-4D97-AF65-F5344CB8AC3E}">
        <p14:creationId xmlns:p14="http://schemas.microsoft.com/office/powerpoint/2010/main" val="16693248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E204526-3525-75A9-E53C-8E97C993EE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9204" y="713040"/>
            <a:ext cx="7712766" cy="393269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5F739B3-E73A-5EDD-C3B6-2D2B48A764B9}"/>
              </a:ext>
            </a:extLst>
          </p:cNvPr>
          <p:cNvSpPr txBox="1"/>
          <p:nvPr/>
        </p:nvSpPr>
        <p:spPr>
          <a:xfrm>
            <a:off x="4119033" y="18734"/>
            <a:ext cx="19745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chemeClr val="accent1">
                    <a:lumMod val="50000"/>
                  </a:schemeClr>
                </a:solidFill>
              </a:rPr>
              <a:t>UseCase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 Diagram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62C2DC8-F811-2413-3E65-D0DC782C727D}"/>
              </a:ext>
            </a:extLst>
          </p:cNvPr>
          <p:cNvSpPr/>
          <p:nvPr/>
        </p:nvSpPr>
        <p:spPr>
          <a:xfrm>
            <a:off x="4119033" y="1432984"/>
            <a:ext cx="673100" cy="306916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AF92AB80-70B2-4581-205C-18B3BAE3F0FA}"/>
              </a:ext>
            </a:extLst>
          </p:cNvPr>
          <p:cNvCxnSpPr>
            <a:cxnSpLocks/>
          </p:cNvCxnSpPr>
          <p:nvPr/>
        </p:nvCxnSpPr>
        <p:spPr>
          <a:xfrm>
            <a:off x="1265767" y="1381124"/>
            <a:ext cx="2853266" cy="155576"/>
          </a:xfrm>
          <a:prstGeom prst="bentConnector3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EFD8A93-722B-43C9-8C48-2387CB5BD969}"/>
              </a:ext>
            </a:extLst>
          </p:cNvPr>
          <p:cNvSpPr txBox="1"/>
          <p:nvPr/>
        </p:nvSpPr>
        <p:spPr>
          <a:xfrm>
            <a:off x="-16933" y="713040"/>
            <a:ext cx="167005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This means that </a:t>
            </a:r>
            <a:r>
              <a:rPr lang="en-US" sz="1200" b="1" dirty="0">
                <a:solidFill>
                  <a:srgbClr val="C00000"/>
                </a:solidFill>
              </a:rPr>
              <a:t>every time </a:t>
            </a:r>
            <a:r>
              <a:rPr lang="en-US" sz="1200" b="1" dirty="0"/>
              <a:t>mother </a:t>
            </a:r>
            <a:r>
              <a:rPr lang="en-US" sz="1200" b="1" dirty="0">
                <a:solidFill>
                  <a:schemeClr val="accent1">
                    <a:lumMod val="50000"/>
                  </a:schemeClr>
                </a:solidFill>
              </a:rPr>
              <a:t>manages the pregnancy stage or manage vaccination schedules </a:t>
            </a:r>
            <a:r>
              <a:rPr lang="en-US" sz="1200" b="1" dirty="0">
                <a:sym typeface="Wingdings" panose="05000000000000000000" pitchFamily="2" charset="2"/>
              </a:rPr>
              <a:t></a:t>
            </a:r>
            <a:r>
              <a:rPr lang="en-US" sz="1200" b="1" dirty="0">
                <a:solidFill>
                  <a:schemeClr val="accent1">
                    <a:lumMod val="50000"/>
                  </a:schemeClr>
                </a:solidFill>
                <a:sym typeface="Wingdings" panose="05000000000000000000" pitchFamily="2" charset="2"/>
              </a:rPr>
              <a:t>she must manage the profile (</a:t>
            </a:r>
            <a:r>
              <a:rPr lang="en-US" sz="1200" b="1" dirty="0">
                <a:solidFill>
                  <a:srgbClr val="C00000"/>
                </a:solidFill>
                <a:sym typeface="Wingdings" panose="05000000000000000000" pitchFamily="2" charset="2"/>
              </a:rPr>
              <a:t>make a profile</a:t>
            </a:r>
            <a:r>
              <a:rPr lang="en-US" sz="1200" b="1" dirty="0">
                <a:solidFill>
                  <a:schemeClr val="accent1">
                    <a:lumMod val="50000"/>
                  </a:schemeClr>
                </a:solidFill>
                <a:sym typeface="Wingdings" panose="05000000000000000000" pitchFamily="2" charset="2"/>
              </a:rPr>
              <a:t>)</a:t>
            </a:r>
            <a:endParaRPr lang="en-US" sz="12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2D3315B-51EA-7CFB-7BA2-1A3C00992D87}"/>
              </a:ext>
            </a:extLst>
          </p:cNvPr>
          <p:cNvSpPr/>
          <p:nvPr/>
        </p:nvSpPr>
        <p:spPr>
          <a:xfrm>
            <a:off x="5985933" y="1640418"/>
            <a:ext cx="673100" cy="306916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8" name="Connector: Curved 17">
            <a:extLst>
              <a:ext uri="{FF2B5EF4-FFF2-40B4-BE49-F238E27FC236}">
                <a16:creationId xmlns:a16="http://schemas.microsoft.com/office/drawing/2014/main" id="{94518760-BF36-73EA-C2F0-D97EE1987922}"/>
              </a:ext>
            </a:extLst>
          </p:cNvPr>
          <p:cNvCxnSpPr>
            <a:cxnSpLocks/>
          </p:cNvCxnSpPr>
          <p:nvPr/>
        </p:nvCxnSpPr>
        <p:spPr>
          <a:xfrm flipV="1">
            <a:off x="1236133" y="1793876"/>
            <a:ext cx="4699000" cy="233891"/>
          </a:xfrm>
          <a:prstGeom prst="curvedConnector3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A69A4203-F4A7-E682-DCFD-C15018D94137}"/>
              </a:ext>
            </a:extLst>
          </p:cNvPr>
          <p:cNvSpPr txBox="1"/>
          <p:nvPr/>
        </p:nvSpPr>
        <p:spPr>
          <a:xfrm>
            <a:off x="-16933" y="2588960"/>
            <a:ext cx="204470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But the actual scenario is 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(Mother must make a profile </a:t>
            </a:r>
            <a:r>
              <a:rPr lang="en-US" b="1" dirty="0">
                <a:solidFill>
                  <a:srgbClr val="C00000"/>
                </a:solidFill>
              </a:rPr>
              <a:t>before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 manages the pregnancy stage or manage vaccination schedules </a:t>
            </a:r>
            <a:r>
              <a:rPr lang="en-US" b="1" dirty="0">
                <a:solidFill>
                  <a:srgbClr val="C00000"/>
                </a:solidFill>
              </a:rPr>
              <a:t>for the first time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) 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46F893E-B966-024A-72F3-69DC8A065585}"/>
              </a:ext>
            </a:extLst>
          </p:cNvPr>
          <p:cNvSpPr txBox="1"/>
          <p:nvPr/>
        </p:nvSpPr>
        <p:spPr>
          <a:xfrm>
            <a:off x="3890433" y="276675"/>
            <a:ext cx="24317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Do not </a:t>
            </a:r>
            <a:r>
              <a:rPr lang="en-US" b="1" dirty="0">
                <a:solidFill>
                  <a:srgbClr val="C00000"/>
                </a:solidFill>
              </a:rPr>
              <a:t>describe a process</a:t>
            </a:r>
          </a:p>
        </p:txBody>
      </p:sp>
    </p:spTree>
    <p:extLst>
      <p:ext uri="{BB962C8B-B14F-4D97-AF65-F5344CB8AC3E}">
        <p14:creationId xmlns:p14="http://schemas.microsoft.com/office/powerpoint/2010/main" val="9438928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mom village management&#10;&#10;AI-generated content may be incorrect.">
            <a:extLst>
              <a:ext uri="{FF2B5EF4-FFF2-40B4-BE49-F238E27FC236}">
                <a16:creationId xmlns:a16="http://schemas.microsoft.com/office/drawing/2014/main" id="{C4467413-711A-A802-E39E-3D13C703B5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8227" y="742122"/>
            <a:ext cx="6811616" cy="4052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32649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BCB8A93-290C-337E-2835-6C68C6AF6CDB}"/>
              </a:ext>
            </a:extLst>
          </p:cNvPr>
          <p:cNvSpPr txBox="1"/>
          <p:nvPr/>
        </p:nvSpPr>
        <p:spPr>
          <a:xfrm>
            <a:off x="0" y="952500"/>
            <a:ext cx="91440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Context diagram </a:t>
            </a:r>
            <a:r>
              <a:rPr lang="en-US" b="1" dirty="0">
                <a:solidFill>
                  <a:srgbClr val="301263"/>
                </a:solidFill>
              </a:rPr>
              <a:t>describe the system as a block box.</a:t>
            </a:r>
          </a:p>
          <a:p>
            <a:endParaRPr lang="en-US" b="1" dirty="0">
              <a:solidFill>
                <a:srgbClr val="301263"/>
              </a:solidFill>
            </a:endParaRPr>
          </a:p>
          <a:p>
            <a:r>
              <a:rPr lang="en-US" b="1" dirty="0">
                <a:solidFill>
                  <a:srgbClr val="C00000"/>
                </a:solidFill>
              </a:rPr>
              <a:t>Architecture diagram level 1 </a:t>
            </a:r>
            <a:r>
              <a:rPr lang="en-US" b="1" dirty="0">
                <a:solidFill>
                  <a:srgbClr val="301263"/>
                </a:solidFill>
              </a:rPr>
              <a:t>introduce subsystems(Components) on the hole system.</a:t>
            </a:r>
          </a:p>
          <a:p>
            <a:endParaRPr lang="en-US" b="1" dirty="0">
              <a:solidFill>
                <a:srgbClr val="301263"/>
              </a:solidFill>
            </a:endParaRPr>
          </a:p>
          <a:p>
            <a:r>
              <a:rPr lang="en-US" b="1" dirty="0">
                <a:solidFill>
                  <a:srgbClr val="C00000"/>
                </a:solidFill>
              </a:rPr>
              <a:t>Architecture diagram level 2 </a:t>
            </a:r>
            <a:r>
              <a:rPr lang="en-US" b="1" dirty="0">
                <a:solidFill>
                  <a:srgbClr val="301263"/>
                </a:solidFill>
              </a:rPr>
              <a:t>describe each subsystem on a big scale.</a:t>
            </a:r>
          </a:p>
          <a:p>
            <a:endParaRPr lang="en-US" altLang="en-US" b="1" dirty="0">
              <a:solidFill>
                <a:srgbClr val="301263"/>
              </a:solidFill>
            </a:endParaRPr>
          </a:p>
          <a:p>
            <a:endParaRPr lang="en-GB" altLang="en-US" b="1" dirty="0">
              <a:solidFill>
                <a:srgbClr val="C00000"/>
              </a:solidFill>
            </a:endParaRPr>
          </a:p>
          <a:p>
            <a:pPr algn="ctr"/>
            <a:r>
              <a:rPr lang="en-GB" altLang="en-US" b="1" dirty="0">
                <a:solidFill>
                  <a:srgbClr val="C00000"/>
                </a:solidFill>
              </a:rPr>
              <a:t>THIS POWER POINT RECOVER A DETAILED EXPLATION OF CENTERALIZE CONTROLER.</a:t>
            </a:r>
          </a:p>
          <a:p>
            <a:endParaRPr lang="en-US" b="1" dirty="0">
              <a:solidFill>
                <a:srgbClr val="C00000"/>
              </a:solidFill>
            </a:endParaRPr>
          </a:p>
          <a:p>
            <a:endParaRPr lang="en-US" b="1" dirty="0">
              <a:solidFill>
                <a:srgbClr val="301263"/>
              </a:solidFill>
            </a:endParaRPr>
          </a:p>
          <a:p>
            <a:endParaRPr lang="en-US" b="1" dirty="0">
              <a:solidFill>
                <a:srgbClr val="301263"/>
              </a:solidFill>
            </a:endParaRPr>
          </a:p>
          <a:p>
            <a:r>
              <a:rPr lang="en-US" b="1" dirty="0">
                <a:solidFill>
                  <a:srgbClr val="301263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81490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>
          <a:extLst>
            <a:ext uri="{FF2B5EF4-FFF2-40B4-BE49-F238E27FC236}">
              <a16:creationId xmlns:a16="http://schemas.microsoft.com/office/drawing/2014/main" id="{164D02E6-3249-1C85-E335-2031A34EA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C0F7CB2-1BB0-3327-1373-077F0773C098}"/>
              </a:ext>
            </a:extLst>
          </p:cNvPr>
          <p:cNvSpPr txBox="1"/>
          <p:nvPr/>
        </p:nvSpPr>
        <p:spPr>
          <a:xfrm>
            <a:off x="3250902" y="143123"/>
            <a:ext cx="38086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1">
                    <a:lumMod val="50000"/>
                  </a:schemeClr>
                </a:solidFill>
              </a:rPr>
              <a:t>Context Diagram</a:t>
            </a:r>
          </a:p>
        </p:txBody>
      </p:sp>
      <p:pic>
        <p:nvPicPr>
          <p:cNvPr id="5" name="Picture 4" descr="A diagram of a mom village system&#10;&#10;AI-generated content may be incorrect.">
            <a:extLst>
              <a:ext uri="{FF2B5EF4-FFF2-40B4-BE49-F238E27FC236}">
                <a16:creationId xmlns:a16="http://schemas.microsoft.com/office/drawing/2014/main" id="{AC38D7E2-7A6B-C0A7-97C0-F6114EBB5F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603" y="781878"/>
            <a:ext cx="7527235" cy="3889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0481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diagram of a computer program&#10;&#10;AI-generated content may be incorrect.">
            <a:extLst>
              <a:ext uri="{FF2B5EF4-FFF2-40B4-BE49-F238E27FC236}">
                <a16:creationId xmlns:a16="http://schemas.microsoft.com/office/drawing/2014/main" id="{DDCA639C-B185-4334-D0BD-DCEF2B9B31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5903" y="694179"/>
            <a:ext cx="7895320" cy="400870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BFC9CB0-5300-7172-9CCE-2F40FBE86320}"/>
              </a:ext>
            </a:extLst>
          </p:cNvPr>
          <p:cNvSpPr txBox="1"/>
          <p:nvPr/>
        </p:nvSpPr>
        <p:spPr>
          <a:xfrm>
            <a:off x="2886324" y="286247"/>
            <a:ext cx="44527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50000"/>
                  </a:schemeClr>
                </a:solidFill>
              </a:rPr>
              <a:t>Bad Design </a:t>
            </a:r>
            <a:r>
              <a:rPr lang="en-US" sz="2000" b="1" dirty="0">
                <a:solidFill>
                  <a:srgbClr val="C00000"/>
                </a:solidFill>
              </a:rPr>
              <a:t>High Coupling </a:t>
            </a:r>
          </a:p>
        </p:txBody>
      </p:sp>
      <p:sp>
        <p:nvSpPr>
          <p:cNvPr id="2" name="Flowchart: Connector 1">
            <a:extLst>
              <a:ext uri="{FF2B5EF4-FFF2-40B4-BE49-F238E27FC236}">
                <a16:creationId xmlns:a16="http://schemas.microsoft.com/office/drawing/2014/main" id="{DCE6C1D8-E50F-03F5-3934-BAA79205EFDB}"/>
              </a:ext>
            </a:extLst>
          </p:cNvPr>
          <p:cNvSpPr/>
          <p:nvPr/>
        </p:nvSpPr>
        <p:spPr>
          <a:xfrm>
            <a:off x="4011353" y="1959334"/>
            <a:ext cx="1689652" cy="1504122"/>
          </a:xfrm>
          <a:prstGeom prst="flowChartConnector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9F067D6D-5FA9-1DB4-293B-63663530A430}"/>
              </a:ext>
            </a:extLst>
          </p:cNvPr>
          <p:cNvCxnSpPr>
            <a:cxnSpLocks/>
          </p:cNvCxnSpPr>
          <p:nvPr/>
        </p:nvCxnSpPr>
        <p:spPr>
          <a:xfrm>
            <a:off x="977900" y="1959334"/>
            <a:ext cx="3032539" cy="910866"/>
          </a:xfrm>
          <a:prstGeom prst="bentConnector3">
            <a:avLst>
              <a:gd name="adj1" fmla="val 46650"/>
            </a:avLst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4A8C9048-0FD4-0177-6851-53F9137BA75F}"/>
              </a:ext>
            </a:extLst>
          </p:cNvPr>
          <p:cNvSpPr txBox="1"/>
          <p:nvPr/>
        </p:nvSpPr>
        <p:spPr>
          <a:xfrm>
            <a:off x="-63500" y="882650"/>
            <a:ext cx="147955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Much number of interfaces on the controller </a:t>
            </a:r>
            <a:br>
              <a:rPr lang="en-US" dirty="0"/>
            </a:b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Much number of connection between subsystems </a:t>
            </a:r>
            <a:r>
              <a:rPr lang="en-US" dirty="0">
                <a:solidFill>
                  <a:srgbClr val="C00000"/>
                </a:solidFill>
              </a:rPr>
              <a:t>(High coupling)</a:t>
            </a:r>
          </a:p>
        </p:txBody>
      </p:sp>
    </p:spTree>
    <p:extLst>
      <p:ext uri="{BB962C8B-B14F-4D97-AF65-F5344CB8AC3E}">
        <p14:creationId xmlns:p14="http://schemas.microsoft.com/office/powerpoint/2010/main" val="18207466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A computer screen shot of a diagram&#10;&#10;AI-generated content may be incorrect.">
            <a:extLst>
              <a:ext uri="{FF2B5EF4-FFF2-40B4-BE49-F238E27FC236}">
                <a16:creationId xmlns:a16="http://schemas.microsoft.com/office/drawing/2014/main" id="{E1F13F6E-4344-3E86-7EFB-4B9258D5A4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726908"/>
            <a:ext cx="7977679" cy="400473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E6FC211-66E5-A122-35C1-7A5454017642}"/>
              </a:ext>
            </a:extLst>
          </p:cNvPr>
          <p:cNvSpPr txBox="1"/>
          <p:nvPr/>
        </p:nvSpPr>
        <p:spPr>
          <a:xfrm>
            <a:off x="2413680" y="203688"/>
            <a:ext cx="54740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1">
                    <a:lumMod val="50000"/>
                  </a:schemeClr>
                </a:solidFill>
              </a:rPr>
              <a:t>Component diagram Level 1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8A51D081-E2A6-139D-CE11-DE74E1867762}"/>
              </a:ext>
            </a:extLst>
          </p:cNvPr>
          <p:cNvSpPr/>
          <p:nvPr/>
        </p:nvSpPr>
        <p:spPr>
          <a:xfrm>
            <a:off x="2432050" y="2146300"/>
            <a:ext cx="863600" cy="660401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Connector: Elbow 4">
            <a:extLst>
              <a:ext uri="{FF2B5EF4-FFF2-40B4-BE49-F238E27FC236}">
                <a16:creationId xmlns:a16="http://schemas.microsoft.com/office/drawing/2014/main" id="{54285CE7-7DE5-3F6A-C71A-21DCD8D3CC46}"/>
              </a:ext>
            </a:extLst>
          </p:cNvPr>
          <p:cNvCxnSpPr>
            <a:cxnSpLocks/>
          </p:cNvCxnSpPr>
          <p:nvPr/>
        </p:nvCxnSpPr>
        <p:spPr>
          <a:xfrm>
            <a:off x="730250" y="2012950"/>
            <a:ext cx="1701800" cy="716327"/>
          </a:xfrm>
          <a:prstGeom prst="bentConnector3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F07633F-C181-002D-434B-ABDC1F561BEC}"/>
              </a:ext>
            </a:extLst>
          </p:cNvPr>
          <p:cNvSpPr txBox="1"/>
          <p:nvPr/>
        </p:nvSpPr>
        <p:spPr>
          <a:xfrm>
            <a:off x="-85725" y="928215"/>
            <a:ext cx="15367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We reduced number of subsystems 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by collect the medical subsystems into one called </a:t>
            </a:r>
            <a:r>
              <a:rPr lang="en-US" dirty="0">
                <a:solidFill>
                  <a:srgbClr val="C00000"/>
                </a:solidFill>
              </a:rPr>
              <a:t>medical service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37F6B36-E562-4C66-2162-05372BF09664}"/>
              </a:ext>
            </a:extLst>
          </p:cNvPr>
          <p:cNvSpPr/>
          <p:nvPr/>
        </p:nvSpPr>
        <p:spPr>
          <a:xfrm>
            <a:off x="3841750" y="2146300"/>
            <a:ext cx="1692275" cy="105410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71F45B6-DC42-CCD5-A0CC-308837CD5377}"/>
              </a:ext>
            </a:extLst>
          </p:cNvPr>
          <p:cNvCxnSpPr>
            <a:cxnSpLocks/>
          </p:cNvCxnSpPr>
          <p:nvPr/>
        </p:nvCxnSpPr>
        <p:spPr>
          <a:xfrm flipV="1">
            <a:off x="1765300" y="3054350"/>
            <a:ext cx="2197100" cy="703735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FFED8F22-F142-9FEF-EA04-07F8C7AF7277}"/>
              </a:ext>
            </a:extLst>
          </p:cNvPr>
          <p:cNvSpPr txBox="1"/>
          <p:nvPr/>
        </p:nvSpPr>
        <p:spPr>
          <a:xfrm>
            <a:off x="812800" y="3494223"/>
            <a:ext cx="104775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301263"/>
                </a:solidFill>
              </a:rPr>
              <a:t>Number of interfaces has been reduced</a:t>
            </a:r>
          </a:p>
        </p:txBody>
      </p:sp>
    </p:spTree>
    <p:extLst>
      <p:ext uri="{BB962C8B-B14F-4D97-AF65-F5344CB8AC3E}">
        <p14:creationId xmlns:p14="http://schemas.microsoft.com/office/powerpoint/2010/main" val="18502008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1E01E4A-AD29-4F59-1621-FA6A5304A215}"/>
              </a:ext>
            </a:extLst>
          </p:cNvPr>
          <p:cNvSpPr txBox="1"/>
          <p:nvPr/>
        </p:nvSpPr>
        <p:spPr>
          <a:xfrm>
            <a:off x="2752725" y="184150"/>
            <a:ext cx="36385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50000"/>
                  </a:schemeClr>
                </a:solidFill>
              </a:rPr>
              <a:t>Summery of a good design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670384-6814-7160-5DC9-63F4FCF56F7A}"/>
              </a:ext>
            </a:extLst>
          </p:cNvPr>
          <p:cNvSpPr txBox="1"/>
          <p:nvPr/>
        </p:nvSpPr>
        <p:spPr>
          <a:xfrm>
            <a:off x="-53009" y="675297"/>
            <a:ext cx="8261114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Number of interfaces on the context diagram do not exceed 7.</a:t>
            </a:r>
            <a:br>
              <a:rPr lang="en-US" b="1" dirty="0">
                <a:solidFill>
                  <a:srgbClr val="002060"/>
                </a:solidFill>
              </a:rPr>
            </a:br>
            <a:r>
              <a:rPr lang="en-US" b="1" dirty="0">
                <a:solidFill>
                  <a:srgbClr val="002060"/>
                </a:solidFill>
              </a:rPr>
              <a:t>If more than one actor use the same </a:t>
            </a:r>
            <a:r>
              <a:rPr lang="en-US" b="1" dirty="0" err="1">
                <a:solidFill>
                  <a:srgbClr val="002060"/>
                </a:solidFill>
              </a:rPr>
              <a:t>usecase</a:t>
            </a:r>
            <a:r>
              <a:rPr lang="en-US" b="1" dirty="0">
                <a:solidFill>
                  <a:srgbClr val="002060"/>
                </a:solidFill>
              </a:rPr>
              <a:t> you can make a shared interface between them (</a:t>
            </a:r>
            <a:r>
              <a:rPr lang="en-US" b="1" dirty="0">
                <a:solidFill>
                  <a:srgbClr val="C00000"/>
                </a:solidFill>
              </a:rPr>
              <a:t>Manage Authentication</a:t>
            </a:r>
            <a:r>
              <a:rPr lang="en-US" b="1" dirty="0">
                <a:solidFill>
                  <a:srgbClr val="002060"/>
                </a:solidFill>
              </a:rPr>
              <a:t>).</a:t>
            </a:r>
          </a:p>
          <a:p>
            <a:endParaRPr lang="en-US" b="1" dirty="0">
              <a:solidFill>
                <a:srgbClr val="002060"/>
              </a:solidFill>
            </a:endParaRPr>
          </a:p>
          <a:p>
            <a:r>
              <a:rPr lang="en-US" b="1" dirty="0">
                <a:solidFill>
                  <a:srgbClr val="002060"/>
                </a:solidFill>
              </a:rPr>
              <a:t>All the interfaces on the context diagram must be on the Architecture diagram level 1</a:t>
            </a:r>
          </a:p>
          <a:p>
            <a:endParaRPr lang="en-US" b="1" dirty="0"/>
          </a:p>
          <a:p>
            <a:r>
              <a:rPr lang="en-US" b="1" dirty="0">
                <a:solidFill>
                  <a:srgbClr val="002060"/>
                </a:solidFill>
              </a:rPr>
              <a:t>Number of Subsystems must reduce as much as possible (6 to 8) is better.</a:t>
            </a:r>
          </a:p>
          <a:p>
            <a:endParaRPr lang="en-US" b="1" dirty="0"/>
          </a:p>
          <a:p>
            <a:r>
              <a:rPr lang="en-US" b="1" dirty="0">
                <a:solidFill>
                  <a:srgbClr val="002060"/>
                </a:solidFill>
              </a:rPr>
              <a:t>The fewer the number of </a:t>
            </a:r>
            <a:r>
              <a:rPr lang="en-US" b="1" dirty="0">
                <a:solidFill>
                  <a:srgbClr val="C00000"/>
                </a:solidFill>
              </a:rPr>
              <a:t>SUBSYSTEM(Must cover your system requires)</a:t>
            </a:r>
            <a:r>
              <a:rPr lang="en-US" b="1" dirty="0">
                <a:sym typeface="Wingdings" panose="05000000000000000000" pitchFamily="2" charset="2"/>
              </a:rPr>
              <a:t></a:t>
            </a:r>
            <a:r>
              <a:rPr lang="en-US" b="1" dirty="0">
                <a:solidFill>
                  <a:srgbClr val="002060"/>
                </a:solidFill>
              </a:rPr>
              <a:t>The less the number of interfaces on the controller </a:t>
            </a:r>
            <a:r>
              <a:rPr lang="en-US" b="1" dirty="0">
                <a:solidFill>
                  <a:srgbClr val="C00000"/>
                </a:solidFill>
              </a:rPr>
              <a:t>(Good design).</a:t>
            </a:r>
          </a:p>
          <a:p>
            <a:endParaRPr lang="en-US" b="1" dirty="0">
              <a:solidFill>
                <a:srgbClr val="C00000"/>
              </a:solidFill>
            </a:endParaRPr>
          </a:p>
          <a:p>
            <a:r>
              <a:rPr lang="en-US" b="1" dirty="0">
                <a:solidFill>
                  <a:srgbClr val="C00000"/>
                </a:solidFill>
              </a:rPr>
              <a:t>You can repeat the actors wherever needed to ensure readable design.</a:t>
            </a:r>
          </a:p>
          <a:p>
            <a:endParaRPr lang="en-US" b="1" dirty="0">
              <a:solidFill>
                <a:srgbClr val="C00000"/>
              </a:solidFill>
            </a:endParaRPr>
          </a:p>
          <a:p>
            <a:r>
              <a:rPr lang="en-US" b="1" dirty="0">
                <a:solidFill>
                  <a:srgbClr val="002060"/>
                </a:solidFill>
              </a:rPr>
              <a:t>You enter a subsystem or a controller from </a:t>
            </a:r>
            <a:r>
              <a:rPr lang="en-US" b="1" dirty="0">
                <a:solidFill>
                  <a:srgbClr val="C00000"/>
                </a:solidFill>
              </a:rPr>
              <a:t>an interface.</a:t>
            </a:r>
          </a:p>
          <a:p>
            <a:endParaRPr lang="en-US" b="1" dirty="0">
              <a:solidFill>
                <a:srgbClr val="C00000"/>
              </a:solidFill>
            </a:endParaRPr>
          </a:p>
          <a:p>
            <a:r>
              <a:rPr lang="en-US" b="1" dirty="0">
                <a:solidFill>
                  <a:srgbClr val="002060"/>
                </a:solidFill>
              </a:rPr>
              <a:t>On the hierarchal controller </a:t>
            </a:r>
            <a:r>
              <a:rPr lang="en-US" b="1" dirty="0">
                <a:solidFill>
                  <a:srgbClr val="C00000"/>
                </a:solidFill>
              </a:rPr>
              <a:t>you put a controller if there are lots of communication between subsystems </a:t>
            </a:r>
          </a:p>
          <a:p>
            <a:r>
              <a:rPr lang="en-US" b="1" dirty="0">
                <a:solidFill>
                  <a:srgbClr val="002060"/>
                </a:solidFill>
              </a:rPr>
              <a:t>other than this </a:t>
            </a:r>
          </a:p>
          <a:p>
            <a:r>
              <a:rPr lang="en-US" b="1" dirty="0">
                <a:solidFill>
                  <a:srgbClr val="C00000"/>
                </a:solidFill>
              </a:rPr>
              <a:t>you do not have to put a controller on your design.</a:t>
            </a:r>
          </a:p>
          <a:p>
            <a:endParaRPr lang="en-US" dirty="0">
              <a:solidFill>
                <a:srgbClr val="00206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840EC8-7075-74AC-5F18-9E0076D426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6434" y="424070"/>
            <a:ext cx="2406414" cy="56621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D4B7BC1-586A-3F6F-55D8-FB62481073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5040" y="2751120"/>
            <a:ext cx="2568846" cy="783171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1106AE40-A869-FF10-6D77-A7AF5FE1348C}"/>
              </a:ext>
            </a:extLst>
          </p:cNvPr>
          <p:cNvSpPr/>
          <p:nvPr/>
        </p:nvSpPr>
        <p:spPr>
          <a:xfrm>
            <a:off x="6265913" y="2624390"/>
            <a:ext cx="542488" cy="503018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D31A4AF-6D28-085E-B9EB-56F0DED38644}"/>
              </a:ext>
            </a:extLst>
          </p:cNvPr>
          <p:cNvSpPr/>
          <p:nvPr/>
        </p:nvSpPr>
        <p:spPr>
          <a:xfrm>
            <a:off x="8335099" y="3142705"/>
            <a:ext cx="622772" cy="503018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diagram of a diagram&#10;&#10;AI-generated content may be incorrect.">
            <a:extLst>
              <a:ext uri="{FF2B5EF4-FFF2-40B4-BE49-F238E27FC236}">
                <a16:creationId xmlns:a16="http://schemas.microsoft.com/office/drawing/2014/main" id="{E6377420-44B2-F73B-B0C6-844B1073AC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5190" y="4128086"/>
            <a:ext cx="2638696" cy="698071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F34FE244-0F5F-E670-9E27-1BAD79173227}"/>
              </a:ext>
            </a:extLst>
          </p:cNvPr>
          <p:cNvSpPr/>
          <p:nvPr/>
        </p:nvSpPr>
        <p:spPr>
          <a:xfrm>
            <a:off x="6474537" y="424070"/>
            <a:ext cx="1079201" cy="503018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896469-D39A-7329-E532-9357DFABAB07}"/>
              </a:ext>
            </a:extLst>
          </p:cNvPr>
          <p:cNvSpPr txBox="1"/>
          <p:nvPr/>
        </p:nvSpPr>
        <p:spPr>
          <a:xfrm>
            <a:off x="6763588" y="52736"/>
            <a:ext cx="14975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Shared interface</a:t>
            </a:r>
          </a:p>
        </p:txBody>
      </p:sp>
    </p:spTree>
    <p:extLst>
      <p:ext uri="{BB962C8B-B14F-4D97-AF65-F5344CB8AC3E}">
        <p14:creationId xmlns:p14="http://schemas.microsoft.com/office/powerpoint/2010/main" val="19032403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medical service&#10;&#10;AI-generated content may be incorrect.">
            <a:extLst>
              <a:ext uri="{FF2B5EF4-FFF2-40B4-BE49-F238E27FC236}">
                <a16:creationId xmlns:a16="http://schemas.microsoft.com/office/drawing/2014/main" id="{074C5C81-5832-CD90-8C72-39BD75BF26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0017" y="830997"/>
            <a:ext cx="6583681" cy="383478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6E92AB1-C324-A868-35DF-E277DA838D5C}"/>
              </a:ext>
            </a:extLst>
          </p:cNvPr>
          <p:cNvSpPr txBox="1"/>
          <p:nvPr/>
        </p:nvSpPr>
        <p:spPr>
          <a:xfrm>
            <a:off x="2508636" y="0"/>
            <a:ext cx="433743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50000"/>
                  </a:schemeClr>
                </a:solidFill>
              </a:rPr>
              <a:t>Component Diagram Level 2 </a:t>
            </a:r>
          </a:p>
          <a:p>
            <a:r>
              <a:rPr lang="en-US" sz="2400" b="1" dirty="0">
                <a:solidFill>
                  <a:srgbClr val="C00000"/>
                </a:solidFill>
              </a:rPr>
              <a:t>  (Medical Service)</a:t>
            </a:r>
          </a:p>
        </p:txBody>
      </p:sp>
    </p:spTree>
    <p:extLst>
      <p:ext uri="{BB962C8B-B14F-4D97-AF65-F5344CB8AC3E}">
        <p14:creationId xmlns:p14="http://schemas.microsoft.com/office/powerpoint/2010/main" val="8986773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program&#10;&#10;AI-generated content may be incorrect.">
            <a:extLst>
              <a:ext uri="{FF2B5EF4-FFF2-40B4-BE49-F238E27FC236}">
                <a16:creationId xmlns:a16="http://schemas.microsoft.com/office/drawing/2014/main" id="{0E683821-585B-1F1E-29F7-934A48C3A9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4150" y="939800"/>
            <a:ext cx="7334250" cy="34480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9C8A141-B140-6D71-AA53-FB5EBEE4DEE2}"/>
              </a:ext>
            </a:extLst>
          </p:cNvPr>
          <p:cNvSpPr txBox="1"/>
          <p:nvPr/>
        </p:nvSpPr>
        <p:spPr>
          <a:xfrm>
            <a:off x="2508636" y="0"/>
            <a:ext cx="433743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50000"/>
                  </a:schemeClr>
                </a:solidFill>
              </a:rPr>
              <a:t>Component Diagram Level 3</a:t>
            </a:r>
          </a:p>
          <a:p>
            <a:r>
              <a:rPr lang="en-US" sz="2400" b="1" dirty="0">
                <a:solidFill>
                  <a:srgbClr val="C00000"/>
                </a:solidFill>
              </a:rPr>
              <a:t>(Vaccination Schedule) </a:t>
            </a:r>
          </a:p>
          <a:p>
            <a:r>
              <a:rPr lang="en-US" sz="2400" b="1" dirty="0">
                <a:solidFill>
                  <a:srgbClr val="C00000"/>
                </a:solidFill>
              </a:rPr>
              <a:t> 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CFA18E84-7E72-FEAD-C39F-E6CD243BC622}"/>
              </a:ext>
            </a:extLst>
          </p:cNvPr>
          <p:cNvSpPr/>
          <p:nvPr/>
        </p:nvSpPr>
        <p:spPr>
          <a:xfrm>
            <a:off x="2171700" y="1120775"/>
            <a:ext cx="1193800" cy="62865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7CD5FDB6-092A-AC1C-8B3A-C509279A0245}"/>
              </a:ext>
            </a:extLst>
          </p:cNvPr>
          <p:cNvCxnSpPr>
            <a:cxnSpLocks/>
            <a:endCxn id="2" idx="2"/>
          </p:cNvCxnSpPr>
          <p:nvPr/>
        </p:nvCxnSpPr>
        <p:spPr>
          <a:xfrm flipV="1">
            <a:off x="1100041" y="1435100"/>
            <a:ext cx="1071659" cy="584775"/>
          </a:xfrm>
          <a:prstGeom prst="bentConnector3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lowchart: Card 6">
            <a:extLst>
              <a:ext uri="{FF2B5EF4-FFF2-40B4-BE49-F238E27FC236}">
                <a16:creationId xmlns:a16="http://schemas.microsoft.com/office/drawing/2014/main" id="{709EDF94-433E-5EFF-5A9A-DE51A7395C99}"/>
              </a:ext>
            </a:extLst>
          </p:cNvPr>
          <p:cNvSpPr/>
          <p:nvPr/>
        </p:nvSpPr>
        <p:spPr>
          <a:xfrm>
            <a:off x="1692468" y="879385"/>
            <a:ext cx="577850" cy="400229"/>
          </a:xfrm>
          <a:prstGeom prst="flowChartPunchedCard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F77415-F5B8-B36C-D834-6DE132302A45}"/>
              </a:ext>
            </a:extLst>
          </p:cNvPr>
          <p:cNvSpPr txBox="1"/>
          <p:nvPr/>
        </p:nvSpPr>
        <p:spPr>
          <a:xfrm>
            <a:off x="0" y="1435100"/>
            <a:ext cx="131445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Here you start Class Diagram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>
                <a:solidFill>
                  <a:srgbClr val="C00000"/>
                </a:solidFill>
                <a:sym typeface="Wingdings" panose="05000000000000000000" pitchFamily="2" charset="2"/>
              </a:rPr>
              <a:t>You do not need Level 3.</a:t>
            </a:r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81837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7C5A280-DDF2-2593-55E8-A9B6A2FEE185}"/>
              </a:ext>
            </a:extLst>
          </p:cNvPr>
          <p:cNvSpPr txBox="1"/>
          <p:nvPr/>
        </p:nvSpPr>
        <p:spPr>
          <a:xfrm>
            <a:off x="288098" y="1058448"/>
            <a:ext cx="588097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solidFill>
                  <a:schemeClr val="bg2">
                    <a:lumMod val="50000"/>
                  </a:schemeClr>
                </a:solidFill>
              </a:rPr>
              <a:t>About Centralized Controller  … with (input/output)  modules:</a:t>
            </a:r>
          </a:p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It is better to make an (input/output) module while design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sym typeface="Wingdings" panose="05000000000000000000" pitchFamily="2" charset="2"/>
              </a:rPr>
              <a:t> for more security and better usages of controlee style.</a:t>
            </a:r>
          </a:p>
          <a:p>
            <a:r>
              <a:rPr lang="en-US" dirty="0">
                <a:solidFill>
                  <a:schemeClr val="bg2">
                    <a:lumMod val="50000"/>
                  </a:schemeClr>
                </a:solidFill>
                <a:sym typeface="Wingdings" panose="05000000000000000000" pitchFamily="2" charset="2"/>
              </a:rPr>
              <a:t>While designing (API Gateway is much better and it depends on your System dependency and logic ).</a:t>
            </a:r>
            <a:br>
              <a:rPr lang="en-US" dirty="0">
                <a:solidFill>
                  <a:schemeClr val="bg2">
                    <a:lumMod val="50000"/>
                  </a:schemeClr>
                </a:solidFill>
              </a:rPr>
            </a:br>
            <a:endParaRPr 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A1ED797-0235-175D-F8E7-8B4B54CD9F3D}"/>
              </a:ext>
            </a:extLst>
          </p:cNvPr>
          <p:cNvSpPr/>
          <p:nvPr/>
        </p:nvSpPr>
        <p:spPr>
          <a:xfrm>
            <a:off x="2173725" y="2297436"/>
            <a:ext cx="995819" cy="50104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Input module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AE4651A-D6DF-5F38-FE8D-7EDE7D4EAC1C}"/>
              </a:ext>
            </a:extLst>
          </p:cNvPr>
          <p:cNvSpPr/>
          <p:nvPr/>
        </p:nvSpPr>
        <p:spPr>
          <a:xfrm>
            <a:off x="2232764" y="3715066"/>
            <a:ext cx="995819" cy="50104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Output module</a:t>
            </a:r>
          </a:p>
        </p:txBody>
      </p:sp>
      <p:pic>
        <p:nvPicPr>
          <p:cNvPr id="6" name="Picture 5" descr="A computer screen shot of a diagram&#10;&#10;AI-generated content may be incorrect.">
            <a:extLst>
              <a:ext uri="{FF2B5EF4-FFF2-40B4-BE49-F238E27FC236}">
                <a16:creationId xmlns:a16="http://schemas.microsoft.com/office/drawing/2014/main" id="{4E4B8797-9F6C-31F9-C5F5-D3F7851F0E4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861" t="-144" r="25200" b="1684"/>
          <a:stretch>
            <a:fillRect/>
          </a:stretch>
        </p:blipFill>
        <p:spPr>
          <a:xfrm>
            <a:off x="3744817" y="2197739"/>
            <a:ext cx="2812559" cy="2436891"/>
          </a:xfrm>
          <a:prstGeom prst="rect">
            <a:avLst/>
          </a:prstGeom>
        </p:spPr>
      </p:pic>
      <p:pic>
        <p:nvPicPr>
          <p:cNvPr id="7" name="Picture 6" descr="A computer screen shot of a diagram&#10;&#10;AI-generated content may be incorrect.">
            <a:extLst>
              <a:ext uri="{FF2B5EF4-FFF2-40B4-BE49-F238E27FC236}">
                <a16:creationId xmlns:a16="http://schemas.microsoft.com/office/drawing/2014/main" id="{81EBF28B-E8F1-4601-10C0-6E21D05EDBA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3160"/>
          <a:stretch>
            <a:fillRect/>
          </a:stretch>
        </p:blipFill>
        <p:spPr>
          <a:xfrm>
            <a:off x="673740" y="2137227"/>
            <a:ext cx="1042790" cy="2436891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EAF8219-CAFE-63DE-5B88-356A60046491}"/>
              </a:ext>
            </a:extLst>
          </p:cNvPr>
          <p:cNvCxnSpPr>
            <a:cxnSpLocks/>
            <a:endCxn id="3" idx="1"/>
          </p:cNvCxnSpPr>
          <p:nvPr/>
        </p:nvCxnSpPr>
        <p:spPr>
          <a:xfrm flipV="1">
            <a:off x="1546412" y="2547957"/>
            <a:ext cx="627313" cy="7465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A062CC2-EE93-EB2C-F463-4C818C11573C}"/>
              </a:ext>
            </a:extLst>
          </p:cNvPr>
          <p:cNvCxnSpPr>
            <a:cxnSpLocks/>
            <a:stCxn id="3" idx="3"/>
          </p:cNvCxnSpPr>
          <p:nvPr/>
        </p:nvCxnSpPr>
        <p:spPr>
          <a:xfrm>
            <a:off x="3169544" y="2547957"/>
            <a:ext cx="1731909" cy="5650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4C2FE10-2202-D60F-7BD6-B188D9255B11}"/>
              </a:ext>
            </a:extLst>
          </p:cNvPr>
          <p:cNvCxnSpPr/>
          <p:nvPr/>
        </p:nvCxnSpPr>
        <p:spPr>
          <a:xfrm flipH="1" flipV="1">
            <a:off x="3119718" y="2798477"/>
            <a:ext cx="1627094" cy="3145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6E86E7C-8621-2839-E71C-FF8DF4B5865C}"/>
              </a:ext>
            </a:extLst>
          </p:cNvPr>
          <p:cNvCxnSpPr>
            <a:endCxn id="4" idx="3"/>
          </p:cNvCxnSpPr>
          <p:nvPr/>
        </p:nvCxnSpPr>
        <p:spPr>
          <a:xfrm flipH="1">
            <a:off x="3228583" y="3644153"/>
            <a:ext cx="1518229" cy="3214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7409DB3-08F1-CC32-B471-C3672018E5AE}"/>
              </a:ext>
            </a:extLst>
          </p:cNvPr>
          <p:cNvCxnSpPr/>
          <p:nvPr/>
        </p:nvCxnSpPr>
        <p:spPr>
          <a:xfrm flipH="1" flipV="1">
            <a:off x="995082" y="3715066"/>
            <a:ext cx="1178643" cy="4535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17E03C7-34EB-BAD4-FB99-B182BA88F91F}"/>
              </a:ext>
            </a:extLst>
          </p:cNvPr>
          <p:cNvCxnSpPr>
            <a:stCxn id="4" idx="1"/>
          </p:cNvCxnSpPr>
          <p:nvPr/>
        </p:nvCxnSpPr>
        <p:spPr>
          <a:xfrm flipH="1" flipV="1">
            <a:off x="833718" y="2921243"/>
            <a:ext cx="1399046" cy="10443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FC125678-8E09-6256-9A67-B6A6F566017A}"/>
              </a:ext>
            </a:extLst>
          </p:cNvPr>
          <p:cNvSpPr txBox="1"/>
          <p:nvPr/>
        </p:nvSpPr>
        <p:spPr>
          <a:xfrm>
            <a:off x="6626263" y="1095200"/>
            <a:ext cx="2159446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C0C0C0"/>
                </a:highlight>
              </a:rPr>
              <a:t>When putting (input/output) modules</a:t>
            </a:r>
          </a:p>
          <a:p>
            <a:r>
              <a:rPr lang="en-US" dirty="0">
                <a:highlight>
                  <a:srgbClr val="C0C0C0"/>
                </a:highlight>
              </a:rPr>
              <a:t>The input module will communicate with the controller on a separate interface.</a:t>
            </a:r>
          </a:p>
          <a:p>
            <a:r>
              <a:rPr lang="en-US" dirty="0">
                <a:highlight>
                  <a:srgbClr val="C0C0C0"/>
                </a:highlight>
              </a:rPr>
              <a:t>The controller will send to the output module on a separate interface.</a:t>
            </a:r>
          </a:p>
          <a:p>
            <a:r>
              <a:rPr lang="en-US" dirty="0">
                <a:highlight>
                  <a:srgbClr val="C0C0C0"/>
                </a:highlight>
              </a:rPr>
              <a:t>Then, the output module will send to the Users of the System.</a:t>
            </a:r>
          </a:p>
          <a:p>
            <a:r>
              <a:rPr lang="en-US" dirty="0">
                <a:highlight>
                  <a:srgbClr val="C0C0C0"/>
                </a:highlight>
              </a:rPr>
              <a:t>While the controller interact with each components on a separate interface.</a:t>
            </a:r>
          </a:p>
        </p:txBody>
      </p:sp>
    </p:spTree>
    <p:extLst>
      <p:ext uri="{BB962C8B-B14F-4D97-AF65-F5344CB8AC3E}">
        <p14:creationId xmlns:p14="http://schemas.microsoft.com/office/powerpoint/2010/main" val="39395528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8"/>
          <p:cNvSpPr txBox="1">
            <a:spLocks noGrp="1"/>
          </p:cNvSpPr>
          <p:nvPr>
            <p:ph type="title" idx="4294967295"/>
          </p:nvPr>
        </p:nvSpPr>
        <p:spPr>
          <a:xfrm>
            <a:off x="256615" y="2094450"/>
            <a:ext cx="8069400" cy="95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-GB" sz="10900" dirty="0">
                <a:solidFill>
                  <a:srgbClr val="12115D"/>
                </a:solidFill>
              </a:rPr>
              <a:t>Thank You </a:t>
            </a:r>
            <a:endParaRPr sz="10900" dirty="0">
              <a:solidFill>
                <a:srgbClr val="12115D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1439</TotalTime>
  <Words>477</Words>
  <Application>Microsoft Office PowerPoint</Application>
  <PresentationFormat>On-screen Show (16:9)</PresentationFormat>
  <Paragraphs>62</Paragraphs>
  <Slides>13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QAIU Community </dc:title>
  <cp:lastModifiedBy>Mennatallah Mohamed Hosni Abdelaziz</cp:lastModifiedBy>
  <cp:revision>39</cp:revision>
  <dcterms:modified xsi:type="dcterms:W3CDTF">2026-01-29T00:05:35Z</dcterms:modified>
</cp:coreProperties>
</file>